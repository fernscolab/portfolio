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34"/>
  </p:notesMasterIdLst>
  <p:sldIdLst>
    <p:sldId id="256" r:id="rId5"/>
    <p:sldId id="257" r:id="rId6"/>
    <p:sldId id="258" r:id="rId7"/>
    <p:sldId id="298" r:id="rId8"/>
    <p:sldId id="279" r:id="rId9"/>
    <p:sldId id="277" r:id="rId10"/>
    <p:sldId id="301" r:id="rId11"/>
    <p:sldId id="302" r:id="rId12"/>
    <p:sldId id="303" r:id="rId13"/>
    <p:sldId id="304" r:id="rId14"/>
    <p:sldId id="259" r:id="rId15"/>
    <p:sldId id="260" r:id="rId16"/>
    <p:sldId id="271" r:id="rId17"/>
    <p:sldId id="272" r:id="rId18"/>
    <p:sldId id="299" r:id="rId19"/>
    <p:sldId id="262" r:id="rId20"/>
    <p:sldId id="284" r:id="rId21"/>
    <p:sldId id="285" r:id="rId22"/>
    <p:sldId id="274" r:id="rId23"/>
    <p:sldId id="275" r:id="rId24"/>
    <p:sldId id="287" r:id="rId25"/>
    <p:sldId id="288" r:id="rId26"/>
    <p:sldId id="281" r:id="rId27"/>
    <p:sldId id="282" r:id="rId28"/>
    <p:sldId id="290" r:id="rId29"/>
    <p:sldId id="291" r:id="rId30"/>
    <p:sldId id="293" r:id="rId31"/>
    <p:sldId id="294" r:id="rId32"/>
    <p:sldId id="266" r:id="rId33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35"/>
      <p:bold r:id="rId36"/>
      <p:italic r:id="rId37"/>
      <p:boldItalic r:id="rId38"/>
    </p:embeddedFont>
    <p:embeddedFont>
      <p:font typeface="Open Sans Medium" panose="020B0604020202020204" charset="0"/>
      <p:regular r:id="rId39"/>
      <p:bold r:id="rId40"/>
      <p:italic r:id="rId41"/>
      <p:boldItalic r:id="rId42"/>
    </p:embeddedFont>
    <p:embeddedFont>
      <p:font typeface="Ubuntu" panose="020B0504030602030204" pitchFamily="34" charset="0"/>
      <p:regular r:id="rId43"/>
      <p:bold r:id="rId44"/>
      <p:italic r:id="rId45"/>
      <p:boldItalic r:id="rId46"/>
    </p:embeddedFont>
    <p:embeddedFont>
      <p:font typeface="Ubuntu Light" panose="020B030403060203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84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43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0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db735c40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db735c40e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db735c40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db735c40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57DFC1A3-6F20-FF2D-1C93-94180847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db735c40e_0_55:notes">
            <a:extLst>
              <a:ext uri="{FF2B5EF4-FFF2-40B4-BE49-F238E27FC236}">
                <a16:creationId xmlns:a16="http://schemas.microsoft.com/office/drawing/2014/main" id="{9696E8A7-5CF3-F81F-F402-5BC0742505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db735c40e_0_55:notes">
            <a:extLst>
              <a:ext uri="{FF2B5EF4-FFF2-40B4-BE49-F238E27FC236}">
                <a16:creationId xmlns:a16="http://schemas.microsoft.com/office/drawing/2014/main" id="{60CD1F8A-429E-FEB6-7BAF-E5E46F2A1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582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30943DE4-A2A4-6F4D-38FB-1D973C30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db735c40e_0_55:notes">
            <a:extLst>
              <a:ext uri="{FF2B5EF4-FFF2-40B4-BE49-F238E27FC236}">
                <a16:creationId xmlns:a16="http://schemas.microsoft.com/office/drawing/2014/main" id="{0218C374-0836-0F44-B375-5637407E7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db735c40e_0_55:notes">
            <a:extLst>
              <a:ext uri="{FF2B5EF4-FFF2-40B4-BE49-F238E27FC236}">
                <a16:creationId xmlns:a16="http://schemas.microsoft.com/office/drawing/2014/main" id="{7BF395D0-C855-C04F-F4A5-D1F78E47D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130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CD26DCF7-8A72-2A87-12BE-4B157BE5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db735c40e_0_55:notes">
            <a:extLst>
              <a:ext uri="{FF2B5EF4-FFF2-40B4-BE49-F238E27FC236}">
                <a16:creationId xmlns:a16="http://schemas.microsoft.com/office/drawing/2014/main" id="{49B28F60-5EAD-B618-2758-5DDB4EF3A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db735c40e_0_55:notes">
            <a:extLst>
              <a:ext uri="{FF2B5EF4-FFF2-40B4-BE49-F238E27FC236}">
                <a16:creationId xmlns:a16="http://schemas.microsoft.com/office/drawing/2014/main" id="{7B43B799-A289-2AA8-9510-02B7D7717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70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19BC07B6-18B4-2C1D-1BDB-632E5F56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db735c40e_0_55:notes">
            <a:extLst>
              <a:ext uri="{FF2B5EF4-FFF2-40B4-BE49-F238E27FC236}">
                <a16:creationId xmlns:a16="http://schemas.microsoft.com/office/drawing/2014/main" id="{C7525594-FBFB-E071-5C96-A3014BBEC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db735c40e_0_55:notes">
            <a:extLst>
              <a:ext uri="{FF2B5EF4-FFF2-40B4-BE49-F238E27FC236}">
                <a16:creationId xmlns:a16="http://schemas.microsoft.com/office/drawing/2014/main" id="{5EA89427-5D82-E105-5C37-E201809F6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764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6E9897C-EA34-3CFA-01E3-FA4B76E8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db735c40e_0_55:notes">
            <a:extLst>
              <a:ext uri="{FF2B5EF4-FFF2-40B4-BE49-F238E27FC236}">
                <a16:creationId xmlns:a16="http://schemas.microsoft.com/office/drawing/2014/main" id="{062FB757-0C4D-7B01-B6E6-377D07F2E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db735c40e_0_55:notes">
            <a:extLst>
              <a:ext uri="{FF2B5EF4-FFF2-40B4-BE49-F238E27FC236}">
                <a16:creationId xmlns:a16="http://schemas.microsoft.com/office/drawing/2014/main" id="{1BE4E934-0EF0-2E9C-E14F-D28BC1615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674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33AD4E3-919B-81A7-B79B-D21B180C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db735c40e_0_55:notes">
            <a:extLst>
              <a:ext uri="{FF2B5EF4-FFF2-40B4-BE49-F238E27FC236}">
                <a16:creationId xmlns:a16="http://schemas.microsoft.com/office/drawing/2014/main" id="{9CEDE7BE-F0D0-0FC0-98D0-648B091DFA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db735c40e_0_55:notes">
            <a:extLst>
              <a:ext uri="{FF2B5EF4-FFF2-40B4-BE49-F238E27FC236}">
                <a16:creationId xmlns:a16="http://schemas.microsoft.com/office/drawing/2014/main" id="{BB3F1839-8A03-54E9-CAF2-B5B9EBC76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124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3F3C74FF-F1C3-2460-4360-3C303463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db735c40e_0_55:notes">
            <a:extLst>
              <a:ext uri="{FF2B5EF4-FFF2-40B4-BE49-F238E27FC236}">
                <a16:creationId xmlns:a16="http://schemas.microsoft.com/office/drawing/2014/main" id="{ACA8682B-002C-AFDC-38D8-C80631042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db735c40e_0_55:notes">
            <a:extLst>
              <a:ext uri="{FF2B5EF4-FFF2-40B4-BE49-F238E27FC236}">
                <a16:creationId xmlns:a16="http://schemas.microsoft.com/office/drawing/2014/main" id="{8556F504-A99A-C114-D173-0BC59EAA5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240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db735c40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db735c40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db735c40e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db735c40e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F951ABD8-40AC-D190-47D2-36982C53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db735c40e_0_65:notes">
            <a:extLst>
              <a:ext uri="{FF2B5EF4-FFF2-40B4-BE49-F238E27FC236}">
                <a16:creationId xmlns:a16="http://schemas.microsoft.com/office/drawing/2014/main" id="{4BE2873C-0570-B6AB-140A-A22D42F41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db735c40e_0_65:notes">
            <a:extLst>
              <a:ext uri="{FF2B5EF4-FFF2-40B4-BE49-F238E27FC236}">
                <a16:creationId xmlns:a16="http://schemas.microsoft.com/office/drawing/2014/main" id="{B8ADC2DD-EAD5-DD55-7E06-74FDA8B8F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063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F67277E0-86A5-3BD4-48EA-9C824535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db735c40e_0_65:notes">
            <a:extLst>
              <a:ext uri="{FF2B5EF4-FFF2-40B4-BE49-F238E27FC236}">
                <a16:creationId xmlns:a16="http://schemas.microsoft.com/office/drawing/2014/main" id="{C78C09EA-F573-0F01-A5ED-560A417B2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db735c40e_0_65:notes">
            <a:extLst>
              <a:ext uri="{FF2B5EF4-FFF2-40B4-BE49-F238E27FC236}">
                <a16:creationId xmlns:a16="http://schemas.microsoft.com/office/drawing/2014/main" id="{44E1FF40-4AC7-05C0-11CE-776735532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4477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A7D19CE3-27B5-1A7D-352D-FF223DFE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db735c40e_0_65:notes">
            <a:extLst>
              <a:ext uri="{FF2B5EF4-FFF2-40B4-BE49-F238E27FC236}">
                <a16:creationId xmlns:a16="http://schemas.microsoft.com/office/drawing/2014/main" id="{9DA8DBBB-5B23-7F26-B91A-D19DB07EC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db735c40e_0_65:notes">
            <a:extLst>
              <a:ext uri="{FF2B5EF4-FFF2-40B4-BE49-F238E27FC236}">
                <a16:creationId xmlns:a16="http://schemas.microsoft.com/office/drawing/2014/main" id="{FFA42921-A852-5403-1932-1A4392D98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9568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db735c40e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db735c40e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918499C6-51C2-54F0-F9BD-A90E31A72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db735c40e_0_80:notes">
            <a:extLst>
              <a:ext uri="{FF2B5EF4-FFF2-40B4-BE49-F238E27FC236}">
                <a16:creationId xmlns:a16="http://schemas.microsoft.com/office/drawing/2014/main" id="{8D9AAC8F-FEA6-B11F-B32A-F9F245F348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db735c40e_0_80:notes">
            <a:extLst>
              <a:ext uri="{FF2B5EF4-FFF2-40B4-BE49-F238E27FC236}">
                <a16:creationId xmlns:a16="http://schemas.microsoft.com/office/drawing/2014/main" id="{9A707291-0233-B01D-6447-035CCFBDB6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6187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B3640B5C-4424-A853-F88F-14DF5CAE6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b735c40e_0_85:notes">
            <a:extLst>
              <a:ext uri="{FF2B5EF4-FFF2-40B4-BE49-F238E27FC236}">
                <a16:creationId xmlns:a16="http://schemas.microsoft.com/office/drawing/2014/main" id="{5A2D5F08-C9DA-69B0-934F-3993C8CD9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b735c40e_0_85:notes">
            <a:extLst>
              <a:ext uri="{FF2B5EF4-FFF2-40B4-BE49-F238E27FC236}">
                <a16:creationId xmlns:a16="http://schemas.microsoft.com/office/drawing/2014/main" id="{A23AF1A1-43ED-56E7-3A99-0700AB03C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98683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FC4B6247-9948-9900-AA42-6E178958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db735c40e_0_80:notes">
            <a:extLst>
              <a:ext uri="{FF2B5EF4-FFF2-40B4-BE49-F238E27FC236}">
                <a16:creationId xmlns:a16="http://schemas.microsoft.com/office/drawing/2014/main" id="{E76D835F-7E71-4F89-0478-C4E6D4784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db735c40e_0_80:notes">
            <a:extLst>
              <a:ext uri="{FF2B5EF4-FFF2-40B4-BE49-F238E27FC236}">
                <a16:creationId xmlns:a16="http://schemas.microsoft.com/office/drawing/2014/main" id="{59E5EB53-6C09-E457-A040-B85B832A7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2819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03114F21-A5E3-33F6-579A-044A91A6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b735c40e_0_85:notes">
            <a:extLst>
              <a:ext uri="{FF2B5EF4-FFF2-40B4-BE49-F238E27FC236}">
                <a16:creationId xmlns:a16="http://schemas.microsoft.com/office/drawing/2014/main" id="{FFA34638-A15D-E3EC-8D0F-0807794EC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b735c40e_0_85:notes">
            <a:extLst>
              <a:ext uri="{FF2B5EF4-FFF2-40B4-BE49-F238E27FC236}">
                <a16:creationId xmlns:a16="http://schemas.microsoft.com/office/drawing/2014/main" id="{803CC4FB-55C9-7608-5160-B38C262B4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4259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DB8B161-470C-03A5-01FC-8CCF4A7DF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db735c40e_0_80:notes">
            <a:extLst>
              <a:ext uri="{FF2B5EF4-FFF2-40B4-BE49-F238E27FC236}">
                <a16:creationId xmlns:a16="http://schemas.microsoft.com/office/drawing/2014/main" id="{782765CF-4C36-9707-8EE4-9112DF7C1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db735c40e_0_80:notes">
            <a:extLst>
              <a:ext uri="{FF2B5EF4-FFF2-40B4-BE49-F238E27FC236}">
                <a16:creationId xmlns:a16="http://schemas.microsoft.com/office/drawing/2014/main" id="{46E58579-3E54-66AB-EC88-3D622DB72D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7382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2795F785-4BA8-CCE8-D4C1-9733342A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b735c40e_0_85:notes">
            <a:extLst>
              <a:ext uri="{FF2B5EF4-FFF2-40B4-BE49-F238E27FC236}">
                <a16:creationId xmlns:a16="http://schemas.microsoft.com/office/drawing/2014/main" id="{B17D013E-499F-DB3E-C781-AEB2FC3C5D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b735c40e_0_85:notes">
            <a:extLst>
              <a:ext uri="{FF2B5EF4-FFF2-40B4-BE49-F238E27FC236}">
                <a16:creationId xmlns:a16="http://schemas.microsoft.com/office/drawing/2014/main" id="{AE09C9C7-B101-9532-D8CE-6937524D3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7825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A8F3355-C70E-336C-A06A-EDDFD40C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db735c40e_0_80:notes">
            <a:extLst>
              <a:ext uri="{FF2B5EF4-FFF2-40B4-BE49-F238E27FC236}">
                <a16:creationId xmlns:a16="http://schemas.microsoft.com/office/drawing/2014/main" id="{75791DEC-85A6-3CA6-52FC-0FB9A100F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db735c40e_0_80:notes">
            <a:extLst>
              <a:ext uri="{FF2B5EF4-FFF2-40B4-BE49-F238E27FC236}">
                <a16:creationId xmlns:a16="http://schemas.microsoft.com/office/drawing/2014/main" id="{BB43C8D4-F309-E8F2-F4CC-3DCF11071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11477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AC5AE88-4622-EBC4-7587-0ABD1C57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b735c40e_0_85:notes">
            <a:extLst>
              <a:ext uri="{FF2B5EF4-FFF2-40B4-BE49-F238E27FC236}">
                <a16:creationId xmlns:a16="http://schemas.microsoft.com/office/drawing/2014/main" id="{D19BA7B0-B8B3-E9AD-D743-0D2420F05F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b735c40e_0_85:notes">
            <a:extLst>
              <a:ext uri="{FF2B5EF4-FFF2-40B4-BE49-F238E27FC236}">
                <a16:creationId xmlns:a16="http://schemas.microsoft.com/office/drawing/2014/main" id="{F675897A-BB0B-C436-4996-3166DE0BF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3165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A2185CF-1EE4-3FFA-046F-B30F79C3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db735c40e_0_80:notes">
            <a:extLst>
              <a:ext uri="{FF2B5EF4-FFF2-40B4-BE49-F238E27FC236}">
                <a16:creationId xmlns:a16="http://schemas.microsoft.com/office/drawing/2014/main" id="{46E08F4E-62A3-21CB-54CE-F8EA80693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db735c40e_0_80:notes">
            <a:extLst>
              <a:ext uri="{FF2B5EF4-FFF2-40B4-BE49-F238E27FC236}">
                <a16:creationId xmlns:a16="http://schemas.microsoft.com/office/drawing/2014/main" id="{3D01F468-350A-8E7B-8EDD-C8CAF8BF3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6566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67F5B72D-63D2-52D0-9BA8-70C3BE81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b735c40e_0_85:notes">
            <a:extLst>
              <a:ext uri="{FF2B5EF4-FFF2-40B4-BE49-F238E27FC236}">
                <a16:creationId xmlns:a16="http://schemas.microsoft.com/office/drawing/2014/main" id="{6FB6C152-AFDF-AE91-9C0D-B77C63A24D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b735c40e_0_85:notes">
            <a:extLst>
              <a:ext uri="{FF2B5EF4-FFF2-40B4-BE49-F238E27FC236}">
                <a16:creationId xmlns:a16="http://schemas.microsoft.com/office/drawing/2014/main" id="{564D4839-C6D6-AD28-9F1C-A0ECDB683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6259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9C27EAE-A32D-E502-6472-D773A6FA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db735c40e_0_80:notes">
            <a:extLst>
              <a:ext uri="{FF2B5EF4-FFF2-40B4-BE49-F238E27FC236}">
                <a16:creationId xmlns:a16="http://schemas.microsoft.com/office/drawing/2014/main" id="{FEFAA314-24AF-512F-0D3F-E03E4DB225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db735c40e_0_80:notes">
            <a:extLst>
              <a:ext uri="{FF2B5EF4-FFF2-40B4-BE49-F238E27FC236}">
                <a16:creationId xmlns:a16="http://schemas.microsoft.com/office/drawing/2014/main" id="{287AE363-BAFC-48AB-61F3-090BD4FD4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0226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F949F26C-3971-29EE-5AD4-01B6FE396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b735c40e_0_85:notes">
            <a:extLst>
              <a:ext uri="{FF2B5EF4-FFF2-40B4-BE49-F238E27FC236}">
                <a16:creationId xmlns:a16="http://schemas.microsoft.com/office/drawing/2014/main" id="{36D419AB-6444-1BE3-6BD2-FDAD04FB93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b735c40e_0_85:notes">
            <a:extLst>
              <a:ext uri="{FF2B5EF4-FFF2-40B4-BE49-F238E27FC236}">
                <a16:creationId xmlns:a16="http://schemas.microsoft.com/office/drawing/2014/main" id="{BE6AE75F-EDC8-A0A8-93FB-33A379530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0864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db735c40e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db735c40e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16589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37485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Light"/>
              <a:buNone/>
              <a:defRPr sz="28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Light"/>
              <a:buNone/>
              <a:defRPr sz="2800">
                <a:latin typeface="Ubuntu Light"/>
                <a:ea typeface="Ubuntu Light"/>
                <a:cs typeface="Ubuntu Light"/>
                <a:sym typeface="Ubuntu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Light"/>
              <a:buNone/>
              <a:defRPr sz="2800">
                <a:latin typeface="Ubuntu Light"/>
                <a:ea typeface="Ubuntu Light"/>
                <a:cs typeface="Ubuntu Light"/>
                <a:sym typeface="Ubuntu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Light"/>
              <a:buNone/>
              <a:defRPr sz="2800">
                <a:latin typeface="Ubuntu Light"/>
                <a:ea typeface="Ubuntu Light"/>
                <a:cs typeface="Ubuntu Light"/>
                <a:sym typeface="Ubuntu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Light"/>
              <a:buNone/>
              <a:defRPr sz="2800">
                <a:latin typeface="Ubuntu Light"/>
                <a:ea typeface="Ubuntu Light"/>
                <a:cs typeface="Ubuntu Light"/>
                <a:sym typeface="Ubuntu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Light"/>
              <a:buNone/>
              <a:defRPr sz="2800">
                <a:latin typeface="Ubuntu Light"/>
                <a:ea typeface="Ubuntu Light"/>
                <a:cs typeface="Ubuntu Light"/>
                <a:sym typeface="Ubuntu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Light"/>
              <a:buNone/>
              <a:defRPr sz="2800">
                <a:latin typeface="Ubuntu Light"/>
                <a:ea typeface="Ubuntu Light"/>
                <a:cs typeface="Ubuntu Light"/>
                <a:sym typeface="Ubuntu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Light"/>
              <a:buNone/>
              <a:defRPr sz="2800">
                <a:latin typeface="Ubuntu Light"/>
                <a:ea typeface="Ubuntu Light"/>
                <a:cs typeface="Ubuntu Light"/>
                <a:sym typeface="Ubuntu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Light"/>
              <a:buNone/>
              <a:defRPr sz="2800">
                <a:latin typeface="Ubuntu Light"/>
                <a:ea typeface="Ubuntu Light"/>
                <a:cs typeface="Ubuntu Light"/>
                <a:sym typeface="Ubuntu Light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l="24661" t="11387" r="18930" b="15475"/>
          <a:stretch/>
        </p:blipFill>
        <p:spPr>
          <a:xfrm>
            <a:off x="3763825" y="450975"/>
            <a:ext cx="1616349" cy="148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Ubuntu Light"/>
              <a:buNone/>
              <a:defRPr sz="21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Ubuntu Light"/>
              <a:buNone/>
              <a:defRPr sz="2100">
                <a:latin typeface="Ubuntu Light"/>
                <a:ea typeface="Ubuntu Light"/>
                <a:cs typeface="Ubuntu Light"/>
                <a:sym typeface="Ubuntu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Ubuntu Light"/>
              <a:buNone/>
              <a:defRPr sz="2100">
                <a:latin typeface="Ubuntu Light"/>
                <a:ea typeface="Ubuntu Light"/>
                <a:cs typeface="Ubuntu Light"/>
                <a:sym typeface="Ubuntu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Ubuntu Light"/>
              <a:buNone/>
              <a:defRPr sz="2100">
                <a:latin typeface="Ubuntu Light"/>
                <a:ea typeface="Ubuntu Light"/>
                <a:cs typeface="Ubuntu Light"/>
                <a:sym typeface="Ubuntu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Ubuntu Light"/>
              <a:buNone/>
              <a:defRPr sz="2100">
                <a:latin typeface="Ubuntu Light"/>
                <a:ea typeface="Ubuntu Light"/>
                <a:cs typeface="Ubuntu Light"/>
                <a:sym typeface="Ubuntu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Ubuntu Light"/>
              <a:buNone/>
              <a:defRPr sz="2100">
                <a:latin typeface="Ubuntu Light"/>
                <a:ea typeface="Ubuntu Light"/>
                <a:cs typeface="Ubuntu Light"/>
                <a:sym typeface="Ubuntu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Ubuntu Light"/>
              <a:buNone/>
              <a:defRPr sz="2100">
                <a:latin typeface="Ubuntu Light"/>
                <a:ea typeface="Ubuntu Light"/>
                <a:cs typeface="Ubuntu Light"/>
                <a:sym typeface="Ubuntu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Ubuntu Light"/>
              <a:buNone/>
              <a:defRPr sz="2100">
                <a:latin typeface="Ubuntu Light"/>
                <a:ea typeface="Ubuntu Light"/>
                <a:cs typeface="Ubuntu Light"/>
                <a:sym typeface="Ubuntu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Ubuntu Light"/>
              <a:buNone/>
              <a:defRPr sz="2100">
                <a:latin typeface="Ubuntu Light"/>
                <a:ea typeface="Ubuntu Light"/>
                <a:cs typeface="Ubuntu Light"/>
                <a:sym typeface="Ubuntu Light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Eagle Rocketry - Instrumentation Team</a:t>
            </a:r>
            <a:endParaRPr sz="800">
              <a:solidFill>
                <a:srgbClr val="666666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0" y="0"/>
            <a:ext cx="9144000" cy="1188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 Medium"/>
              <a:buChar char="●"/>
              <a:defRPr sz="18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●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●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  <a:defRPr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Eagle Rocketry - Feed Systems Team</a:t>
            </a:r>
            <a:endParaRPr sz="800">
              <a:solidFill>
                <a:srgbClr val="666666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9144000" cy="1188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595300" y="4914897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buSzPts val="358"/>
              <a:buNone/>
              <a:defRPr sz="1025">
                <a:solidFill>
                  <a:srgbClr val="666666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r">
              <a:lnSpc>
                <a:spcPct val="90000"/>
              </a:lnSpc>
              <a:buSzPts val="358"/>
              <a:buNone/>
              <a:defRPr sz="1025">
                <a:solidFill>
                  <a:srgbClr val="666666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r">
              <a:lnSpc>
                <a:spcPct val="90000"/>
              </a:lnSpc>
              <a:buSzPts val="358"/>
              <a:buNone/>
              <a:defRPr sz="1025">
                <a:solidFill>
                  <a:srgbClr val="666666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r">
              <a:lnSpc>
                <a:spcPct val="90000"/>
              </a:lnSpc>
              <a:buSzPts val="358"/>
              <a:buNone/>
              <a:defRPr sz="1025">
                <a:solidFill>
                  <a:srgbClr val="666666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r">
              <a:lnSpc>
                <a:spcPct val="90000"/>
              </a:lnSpc>
              <a:buSzPts val="358"/>
              <a:buNone/>
              <a:defRPr sz="1025">
                <a:solidFill>
                  <a:srgbClr val="666666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r">
              <a:lnSpc>
                <a:spcPct val="90000"/>
              </a:lnSpc>
              <a:buSzPts val="358"/>
              <a:buNone/>
              <a:defRPr sz="1025">
                <a:solidFill>
                  <a:srgbClr val="666666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r">
              <a:lnSpc>
                <a:spcPct val="90000"/>
              </a:lnSpc>
              <a:buSzPts val="358"/>
              <a:buNone/>
              <a:defRPr sz="1025">
                <a:solidFill>
                  <a:srgbClr val="666666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r">
              <a:lnSpc>
                <a:spcPct val="90000"/>
              </a:lnSpc>
              <a:buSzPts val="358"/>
              <a:buNone/>
              <a:defRPr sz="1025">
                <a:solidFill>
                  <a:srgbClr val="666666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r">
              <a:lnSpc>
                <a:spcPct val="90000"/>
              </a:lnSpc>
              <a:buSzPts val="358"/>
              <a:buNone/>
              <a:defRPr sz="1025">
                <a:solidFill>
                  <a:srgbClr val="666666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11708" y="1658975"/>
            <a:ext cx="8520600" cy="16793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Eagle Rocketry</a:t>
            </a:r>
            <a:br>
              <a:rPr lang="en" dirty="0"/>
            </a:br>
            <a:r>
              <a:rPr lang="en" dirty="0"/>
              <a:t>Feed System Design Review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311700" y="3396343"/>
            <a:ext cx="8520600" cy="14804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Fall 2025: Preliminary Design Review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Eagle Rocketry Team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UPDATE 2: 11/13/2025</a:t>
            </a:r>
          </a:p>
          <a:p>
            <a:pPr marL="0" indent="0"/>
            <a:endParaRPr lang="en" dirty="0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Feed System Role</a:t>
            </a:r>
            <a:endParaRPr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en-US" dirty="0"/>
              <a:t>Main Objective: Develop Cal State LA's first bi-propellant liquid rocket engine.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Our Goal: Design, assemble, and successfully test a pressurized Liquid Oxygen–Kerosene feed system for our eagle's rocket engine.</a:t>
            </a:r>
          </a:p>
          <a:p>
            <a:pPr marL="114300" indent="0"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Responsibilities: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Design and Develop A Bi-propellant Feed System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Research &amp; Source Components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Manufacture &amp; Assemble Components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Design Propellant Pneumatic Pressurization Valves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287F7F1-B604-74D9-157F-B5172FABF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B8C7CD24-2C4D-6E63-A1EE-D31FC45B49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P&amp;IDs</a:t>
            </a:r>
            <a:r>
              <a:rPr lang="en" dirty="0"/>
              <a:t> – </a:t>
            </a:r>
            <a:r>
              <a:rPr lang="en-US" dirty="0"/>
              <a:t>Rocket Feed Systems</a:t>
            </a:r>
            <a:endParaRPr dirty="0"/>
          </a:p>
        </p:txBody>
      </p:sp>
      <p:pic>
        <p:nvPicPr>
          <p:cNvPr id="5" name="Picture 4" descr="A diagram of a pressure rocket engine&#10;&#10;AI-generated content may be incorrect.">
            <a:extLst>
              <a:ext uri="{FF2B5EF4-FFF2-40B4-BE49-F238E27FC236}">
                <a16:creationId xmlns:a16="http://schemas.microsoft.com/office/drawing/2014/main" id="{2CF1A324-8009-497D-215D-5B2290876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162" y="1283330"/>
            <a:ext cx="5969676" cy="335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3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B774278-2FE7-48E5-30CB-8A134D4F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C2CFD0A-A773-8583-AC29-257A3CE939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Eagle Rocketry Design Parameters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A3AE9484-035A-BAA5-4DA4-D45F70EB5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4118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endParaRPr lang="en" sz="1200" dirty="0"/>
          </a:p>
          <a:p>
            <a:pPr marL="285750" indent="-285750"/>
            <a:r>
              <a:rPr lang="en-US" dirty="0"/>
              <a:t>Rocket engine parameters &amp; fluid flow properties are to be considered when designing a bi-propellent liquid rocket engine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218A4E-F6F7-B742-F124-85B314ACF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123991"/>
              </p:ext>
            </p:extLst>
          </p:nvPr>
        </p:nvGraphicFramePr>
        <p:xfrm>
          <a:off x="649039" y="2564823"/>
          <a:ext cx="3486542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35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104421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116493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9224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Engine Parameters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922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F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Thrust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2922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P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Chamber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2.28E+6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2922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t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Burn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216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FD7AE-17B6-0E22-13BB-5DF1A0D26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01737"/>
              </p:ext>
            </p:extLst>
          </p:nvPr>
        </p:nvGraphicFramePr>
        <p:xfrm>
          <a:off x="4696690" y="2570018"/>
          <a:ext cx="3749778" cy="1906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936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1123053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200789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31778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Propellant Properties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O/F</a:t>
                      </a:r>
                      <a:r>
                        <a:rPr lang="en-US" sz="1400" u="none" strike="noStrike" baseline="-25000" dirty="0">
                          <a:effectLst/>
                        </a:rPr>
                        <a:t>O2(L)/RP-1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</a:t>
                      </a:r>
                      <a:r>
                        <a:rPr lang="en-US" sz="1400" u="none" strike="noStrike" baseline="-25000" dirty="0">
                          <a:effectLst/>
                        </a:rPr>
                        <a:t>O2(L)/RP-1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3252.57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888275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MW</a:t>
                      </a:r>
                      <a:r>
                        <a:rPr lang="en-US" sz="1400" u="none" strike="noStrike" baseline="-25000" dirty="0">
                          <a:effectLst/>
                        </a:rPr>
                        <a:t>O2(L)/RP-1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20.674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kg/k-mol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400" u="none" strike="noStrike" dirty="0">
                          <a:effectLst/>
                        </a:rPr>
                        <a:t>γ</a:t>
                      </a:r>
                      <a:r>
                        <a:rPr lang="en-US" sz="1400" u="none" strike="noStrike" baseline="-25000" dirty="0">
                          <a:effectLst/>
                        </a:rPr>
                        <a:t>O2(L)/RP-1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J/kg-K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3177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R</a:t>
                      </a:r>
                      <a:r>
                        <a:rPr lang="en-US" sz="1400" u="none" strike="noStrike" baseline="-25000" dirty="0">
                          <a:effectLst/>
                        </a:rPr>
                        <a:t>O2(L)/RP-1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J/</a:t>
                      </a:r>
                      <a:r>
                        <a:rPr lang="en-US" sz="1400" u="none" strike="noStrike" dirty="0" err="1">
                          <a:effectLst/>
                        </a:rPr>
                        <a:t>kmol</a:t>
                      </a:r>
                      <a:r>
                        <a:rPr lang="en-US" sz="1400" u="none" strike="noStrike" dirty="0">
                          <a:effectLst/>
                        </a:rPr>
                        <a:t>-K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164839"/>
                  </a:ext>
                </a:extLst>
              </a:tr>
            </a:tbl>
          </a:graphicData>
        </a:graphic>
      </p:graphicFrame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0DE1EFD9-9B33-C644-1938-C9110C3F92C5}"/>
              </a:ext>
            </a:extLst>
          </p:cNvPr>
          <p:cNvCxnSpPr>
            <a:cxnSpLocks/>
          </p:cNvCxnSpPr>
          <p:nvPr/>
        </p:nvCxnSpPr>
        <p:spPr>
          <a:xfrm>
            <a:off x="2486890" y="3900055"/>
            <a:ext cx="2105892" cy="297873"/>
          </a:xfrm>
          <a:prstGeom prst="bentConnector3">
            <a:avLst>
              <a:gd name="adj1" fmla="val 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72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CCD6756-7D59-4F48-CD4E-A0D67F16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C4DBD143-D116-8EFB-CE66-EF74DBCC4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RPA – Rocket Propulsion Analysis</a:t>
            </a:r>
            <a:endParaRPr dirty="0"/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1B387390-15A0-4D6A-8CD5-32C87F762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79714"/>
            <a:ext cx="8520600" cy="3924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US" sz="1600" dirty="0"/>
              <a:t>RPA software was utilized to optimize propellant mixture ratios, chamber/nozzle design, and rocket engine performance. The values below are for the rocket design of choice</a:t>
            </a:r>
            <a:endParaRPr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9FFE9E-60F1-2BD5-2E9B-33B1A7865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4551"/>
              </p:ext>
            </p:extLst>
          </p:nvPr>
        </p:nvGraphicFramePr>
        <p:xfrm>
          <a:off x="1052123" y="2296488"/>
          <a:ext cx="695659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191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1130447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91320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391320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  <a:gridCol w="1391320">
                  <a:extLst>
                    <a:ext uri="{9D8B030D-6E8A-4147-A177-3AD203B41FA5}">
                      <a16:colId xmlns:a16="http://schemas.microsoft.com/office/drawing/2014/main" val="820180103"/>
                    </a:ext>
                  </a:extLst>
                </a:gridCol>
              </a:tblGrid>
              <a:tr h="2254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2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996.7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996.7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22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Specific Impulse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2414.77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2414.77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Ns/kg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22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Mass 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0.4128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kg/s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B7DB4F-01A5-A0E8-2950-EBCB42371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373980"/>
              </p:ext>
            </p:extLst>
          </p:nvPr>
        </p:nvGraphicFramePr>
        <p:xfrm>
          <a:off x="2325119" y="3728159"/>
          <a:ext cx="445054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478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167356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167356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  <a:gridCol w="1167356">
                  <a:extLst>
                    <a:ext uri="{9D8B030D-6E8A-4147-A177-3AD203B41FA5}">
                      <a16:colId xmlns:a16="http://schemas.microsoft.com/office/drawing/2014/main" val="820180103"/>
                    </a:ext>
                  </a:extLst>
                </a:gridCol>
              </a:tblGrid>
              <a:tr h="1720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1720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Oxidizer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0.2752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kg/s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  <a:tr h="1720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0.1376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kg/s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40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5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A1A94A8-3347-CBC2-2189-A5A996A3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16228BA5-DE4A-6A38-F266-11E3E2CD6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Propellant Fluid Properties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EA9DBD8D-3558-A2F4-DAB0-FBEE6269B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41186"/>
            <a:ext cx="823655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/>
              <a:t>The following fluid properties for the fuel and oxidizer propellants are listed for analytical pressure drop calculations along the rocket feed system P&amp;ID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AA6FDB-1A28-5503-2A3D-A6E986999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010144"/>
              </p:ext>
            </p:extLst>
          </p:nvPr>
        </p:nvGraphicFramePr>
        <p:xfrm>
          <a:off x="1022699" y="2507012"/>
          <a:ext cx="31608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967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946657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01218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5641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RP-1 ‘Kerosene’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RP-1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298.1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738747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RP-1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101325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ρ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RP-1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Kg/m^3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μ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RP-1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0.001078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Pa-s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216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D774F0-5E71-40C9-447D-6AFB7D45D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155807"/>
              </p:ext>
            </p:extLst>
          </p:nvPr>
        </p:nvGraphicFramePr>
        <p:xfrm>
          <a:off x="4791701" y="2493158"/>
          <a:ext cx="31608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967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946657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01218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5641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Liquid Oxygen ‘O2(L)’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O2(L)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90.2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464578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O2(L)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101325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Ρ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O2(L)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1141.09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Kg/m^3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μ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O2(L)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0.000195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Pa-s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164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408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A949EF6-9193-1805-2D81-126907B7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93E9BB30-1DB2-A51E-0E63-515A0F1E66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Friction Major Pressure Loss Variables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39526CF-567B-E2A0-A085-7EDF7C2DA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4118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/>
              <a:t>The minor pressure loss calculations account for the piping from the propellant tank exit up to the injector entrance for 30 in. of pipe length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460950-F27F-20CA-75B6-A85C1278D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691197"/>
              </p:ext>
            </p:extLst>
          </p:nvPr>
        </p:nvGraphicFramePr>
        <p:xfrm>
          <a:off x="676336" y="2119086"/>
          <a:ext cx="3605865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10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1079951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15470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9619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Fluid Properties: RP-1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Pipe: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¼ in. Copper (Type K)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Q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Fuel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1.74E-4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m^3/s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738747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Vel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Fuel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Re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Fuel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25590.86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e/</a:t>
                      </a:r>
                      <a:r>
                        <a:rPr lang="en-US" sz="1400" u="none" strike="noStrike" dirty="0" err="1">
                          <a:effectLst/>
                        </a:rPr>
                        <a:t>D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Fuel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0.00024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f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Fuel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2166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△P</a:t>
                      </a:r>
                      <a:r>
                        <a:rPr lang="en-US" sz="1400" u="none" strike="noStrike" baseline="-25000" dirty="0">
                          <a:effectLst/>
                        </a:rPr>
                        <a:t>Friction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3.58E+4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54809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5551D2-5859-F84D-B665-72D97E038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505291"/>
              </p:ext>
            </p:extLst>
          </p:nvPr>
        </p:nvGraphicFramePr>
        <p:xfrm>
          <a:off x="4957956" y="2119086"/>
          <a:ext cx="3605865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10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1079951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15470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9619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Fluid Properties: O2(L)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Pipe: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¼ in. Copper (Type K)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Q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Oxidizer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2.41E-4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m^3/s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464578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Vel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Oxidizer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7.61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Re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Oxidizer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283515.98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e/</a:t>
                      </a:r>
                      <a:r>
                        <a:rPr lang="en-US" sz="1400" u="none" strike="noStrike" dirty="0" err="1">
                          <a:effectLst/>
                        </a:rPr>
                        <a:t>D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oxidizer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0.00024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 err="1">
                          <a:effectLst/>
                        </a:rPr>
                        <a:t>f</a:t>
                      </a:r>
                      <a:r>
                        <a:rPr lang="en-US" sz="1400" u="none" strike="noStrike" baseline="-25000" dirty="0" err="1">
                          <a:effectLst/>
                        </a:rPr>
                        <a:t>Oxidizer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16483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△P</a:t>
                      </a:r>
                      <a:r>
                        <a:rPr lang="en-US" sz="1400" u="none" strike="noStrike" baseline="-25000" dirty="0">
                          <a:effectLst/>
                        </a:rPr>
                        <a:t>Friction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6.63E+4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108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00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7FB19910-84A2-93F4-E453-197FCD7E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1F8DDD4E-3479-6783-ACBD-DA80D8D42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Friction Minor Pressure Loss Variables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134249A1-BA5C-D707-9FCF-F1B5A56A3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4118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/>
              <a:t>The minor pressure loss calculations below account for the pipe fittings and components from the propellant tank exit up to the injector entrance.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BDAB0B-7F76-72FA-93D3-0288EAB25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308613"/>
              </p:ext>
            </p:extLst>
          </p:nvPr>
        </p:nvGraphicFramePr>
        <p:xfrm>
          <a:off x="690191" y="1966686"/>
          <a:ext cx="360586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10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1079951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15470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9619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Pipe Fittings: RP-1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u="none" dirty="0"/>
                        <a:t>Contraction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21244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u="none" dirty="0"/>
                        <a:t>Ball Valve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454467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u="none" dirty="0"/>
                        <a:t>Pneumatic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738747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/>
                        <a:t>Check Valve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/>
                        <a:t>Elbow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/>
                        <a:t>Tee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/>
                        <a:t>Entrance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2166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△P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K_L-Total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1.30E+5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54809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8FD15F-6531-0CC4-D95C-6AFBF0AFB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280571"/>
              </p:ext>
            </p:extLst>
          </p:nvPr>
        </p:nvGraphicFramePr>
        <p:xfrm>
          <a:off x="4719831" y="1966686"/>
          <a:ext cx="360586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10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1079951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15470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9619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Pipe Fittings: O2(L)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u="none" dirty="0"/>
                        <a:t>Contraction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829224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u="none" dirty="0"/>
                        <a:t>Ball Valve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u="none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u="none" dirty="0"/>
                        <a:t>Pneumatic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464578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/>
                        <a:t>Check Valve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/>
                        <a:t>Elbow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/>
                        <a:t>Tee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effectLst/>
                        </a:rPr>
                        <a:t>K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L</a:t>
                      </a:r>
                      <a:r>
                        <a:rPr lang="en-US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/>
                        <a:t>Entrance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164839"/>
                  </a:ext>
                </a:extLst>
              </a:tr>
              <a:tr h="296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△P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K_L-Total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3.62E+5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108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382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414A3E85-A487-50F9-9EDB-94C686FC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8312696F-C780-3A61-9CC0-43A899F71E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Orifice Restriction &amp; Pressure Head Loss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6B5AAFE9-BF25-3591-C0FE-A47E5A749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58091"/>
            <a:ext cx="8236555" cy="34994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/>
              <a:t>Fluid properties entering the rocket engine are affected by the orifice entrance at the combustion chamber</a:t>
            </a:r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Fluid properties and pressure is affected due to the height difference in the P&amp;ID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D8094B-B3B5-B576-2CF2-F69B358F6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86336"/>
              </p:ext>
            </p:extLst>
          </p:nvPr>
        </p:nvGraphicFramePr>
        <p:xfrm>
          <a:off x="892072" y="1906120"/>
          <a:ext cx="316080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967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946657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01218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5641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RP-1 ‘Kerosene’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△P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K_L-Total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2.12E+4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216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D4F725-5760-2A78-41A5-482ED1641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385194"/>
              </p:ext>
            </p:extLst>
          </p:nvPr>
        </p:nvGraphicFramePr>
        <p:xfrm>
          <a:off x="4807176" y="1900865"/>
          <a:ext cx="316080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967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946657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01218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5641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Liquid Oxygen ‘O2(L)’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△P</a:t>
                      </a:r>
                      <a:r>
                        <a:rPr lang="en-US" sz="1400" b="0" u="none" strike="noStrike" baseline="-25000" dirty="0">
                          <a:effectLst/>
                        </a:rPr>
                        <a:t>K_L-Total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5.88E+4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21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8AA3FB-0233-0E77-3E1A-4BA9A9B13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618960"/>
              </p:ext>
            </p:extLst>
          </p:nvPr>
        </p:nvGraphicFramePr>
        <p:xfrm>
          <a:off x="861591" y="3730566"/>
          <a:ext cx="316080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967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946657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01218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5641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RP-1 ‘Kerosene’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Height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0.127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△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</a:t>
                      </a:r>
                      <a:r>
                        <a:rPr lang="en-US" sz="1400" b="0" u="none" strike="noStrike" baseline="-25000" dirty="0" err="1">
                          <a:effectLst/>
                        </a:rPr>
                        <a:t>Hydrostatic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984.24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216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B08546-CF8C-F15B-2A67-8F34CD1F8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620636"/>
              </p:ext>
            </p:extLst>
          </p:nvPr>
        </p:nvGraphicFramePr>
        <p:xfrm>
          <a:off x="4776695" y="3725311"/>
          <a:ext cx="316080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967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946657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  <a:gridCol w="1012184">
                  <a:extLst>
                    <a:ext uri="{9D8B030D-6E8A-4147-A177-3AD203B41FA5}">
                      <a16:colId xmlns:a16="http://schemas.microsoft.com/office/drawing/2014/main" val="1433549417"/>
                    </a:ext>
                  </a:extLst>
                </a:gridCol>
              </a:tblGrid>
              <a:tr h="25641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Liquid Oxygen ‘O2(L)’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Height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0.127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257355"/>
                  </a:ext>
                </a:extLst>
              </a:tr>
              <a:tr h="2564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△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</a:t>
                      </a:r>
                      <a:r>
                        <a:rPr lang="en-US" sz="1400" b="0" u="none" strike="noStrike" baseline="-25000" dirty="0" err="1">
                          <a:effectLst/>
                        </a:rPr>
                        <a:t>Hydrostatic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1421.65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2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524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Overview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Nitrogen Pressurant Sub-system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Stores and supplies high-pressure nitrogen gas used to maintain tank and feed-line pressures in liquid propellent rocket engines.</a:t>
            </a:r>
            <a:endParaRPr dirty="0"/>
          </a:p>
        </p:txBody>
      </p:sp>
      <p:sp>
        <p:nvSpPr>
          <p:cNvPr id="2" name="Google Shape;130;p14">
            <a:extLst>
              <a:ext uri="{FF2B5EF4-FFF2-40B4-BE49-F238E27FC236}">
                <a16:creationId xmlns:a16="http://schemas.microsoft.com/office/drawing/2014/main" id="{A4837C60-F948-8F48-65D9-7F8831EC6CC9}"/>
              </a:ext>
            </a:extLst>
          </p:cNvPr>
          <p:cNvSpPr/>
          <p:nvPr/>
        </p:nvSpPr>
        <p:spPr>
          <a:xfrm>
            <a:off x="1162318" y="3295825"/>
            <a:ext cx="687600" cy="300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/>
              <a:t>2400 psi</a:t>
            </a:r>
            <a:endParaRPr sz="800" b="1" dirty="0"/>
          </a:p>
        </p:txBody>
      </p:sp>
      <p:cxnSp>
        <p:nvCxnSpPr>
          <p:cNvPr id="3" name="Google Shape;131;p14">
            <a:extLst>
              <a:ext uri="{FF2B5EF4-FFF2-40B4-BE49-F238E27FC236}">
                <a16:creationId xmlns:a16="http://schemas.microsoft.com/office/drawing/2014/main" id="{D479568A-0725-F338-B2BA-20961DEE249D}"/>
              </a:ext>
            </a:extLst>
          </p:cNvPr>
          <p:cNvCxnSpPr/>
          <p:nvPr/>
        </p:nvCxnSpPr>
        <p:spPr>
          <a:xfrm>
            <a:off x="1849918" y="34459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" name="Google Shape;132;p14">
            <a:extLst>
              <a:ext uri="{FF2B5EF4-FFF2-40B4-BE49-F238E27FC236}">
                <a16:creationId xmlns:a16="http://schemas.microsoft.com/office/drawing/2014/main" id="{82F3F054-21F8-769F-5036-B5B839AE482B}"/>
              </a:ext>
            </a:extLst>
          </p:cNvPr>
          <p:cNvGrpSpPr/>
          <p:nvPr/>
        </p:nvGrpSpPr>
        <p:grpSpPr>
          <a:xfrm>
            <a:off x="2179618" y="3331675"/>
            <a:ext cx="395400" cy="228600"/>
            <a:chOff x="457200" y="911400"/>
            <a:chExt cx="395400" cy="228600"/>
          </a:xfrm>
        </p:grpSpPr>
        <p:grpSp>
          <p:nvGrpSpPr>
            <p:cNvPr id="5" name="Google Shape;133;p14">
              <a:extLst>
                <a:ext uri="{FF2B5EF4-FFF2-40B4-BE49-F238E27FC236}">
                  <a16:creationId xmlns:a16="http://schemas.microsoft.com/office/drawing/2014/main" id="{177B5A1D-3876-3BEA-3731-79F19FFA8F63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7" name="Google Shape;134;p14">
                <a:extLst>
                  <a:ext uri="{FF2B5EF4-FFF2-40B4-BE49-F238E27FC236}">
                    <a16:creationId xmlns:a16="http://schemas.microsoft.com/office/drawing/2014/main" id="{8AF53F11-BEE3-CDD3-B66E-F1FBBFC6F87D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35;p14">
                <a:extLst>
                  <a:ext uri="{FF2B5EF4-FFF2-40B4-BE49-F238E27FC236}">
                    <a16:creationId xmlns:a16="http://schemas.microsoft.com/office/drawing/2014/main" id="{B74F731F-BC2F-5A6F-8C6A-C50F471A46EC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136;p14">
              <a:extLst>
                <a:ext uri="{FF2B5EF4-FFF2-40B4-BE49-F238E27FC236}">
                  <a16:creationId xmlns:a16="http://schemas.microsoft.com/office/drawing/2014/main" id="{D6A893D5-6E3B-7302-95C3-3D64908EFB64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" name="Google Shape;137;p14">
            <a:extLst>
              <a:ext uri="{FF2B5EF4-FFF2-40B4-BE49-F238E27FC236}">
                <a16:creationId xmlns:a16="http://schemas.microsoft.com/office/drawing/2014/main" id="{F5C07267-593E-5F49-9B13-1AF726EBBCF0}"/>
              </a:ext>
            </a:extLst>
          </p:cNvPr>
          <p:cNvCxnSpPr/>
          <p:nvPr/>
        </p:nvCxnSpPr>
        <p:spPr>
          <a:xfrm>
            <a:off x="2575018" y="34459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" name="Google Shape;138;p14">
            <a:extLst>
              <a:ext uri="{FF2B5EF4-FFF2-40B4-BE49-F238E27FC236}">
                <a16:creationId xmlns:a16="http://schemas.microsoft.com/office/drawing/2014/main" id="{9CDF694C-41AD-C145-68C6-9D83BAFF8973}"/>
              </a:ext>
            </a:extLst>
          </p:cNvPr>
          <p:cNvGrpSpPr/>
          <p:nvPr/>
        </p:nvGrpSpPr>
        <p:grpSpPr>
          <a:xfrm>
            <a:off x="2904706" y="3331675"/>
            <a:ext cx="59473" cy="228600"/>
            <a:chOff x="625163" y="3317475"/>
            <a:chExt cx="59473" cy="228600"/>
          </a:xfrm>
        </p:grpSpPr>
        <p:cxnSp>
          <p:nvCxnSpPr>
            <p:cNvPr id="11" name="Google Shape;139;p14">
              <a:extLst>
                <a:ext uri="{FF2B5EF4-FFF2-40B4-BE49-F238E27FC236}">
                  <a16:creationId xmlns:a16="http://schemas.microsoft.com/office/drawing/2014/main" id="{CABDAAF6-C81E-1813-64FA-F86AF453035D}"/>
                </a:ext>
              </a:extLst>
            </p:cNvPr>
            <p:cNvCxnSpPr/>
            <p:nvPr/>
          </p:nvCxnSpPr>
          <p:spPr>
            <a:xfrm>
              <a:off x="625163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40;p14">
              <a:extLst>
                <a:ext uri="{FF2B5EF4-FFF2-40B4-BE49-F238E27FC236}">
                  <a16:creationId xmlns:a16="http://schemas.microsoft.com/office/drawing/2014/main" id="{328D0820-49B4-9B9F-FC65-44F27EC99613}"/>
                </a:ext>
              </a:extLst>
            </p:cNvPr>
            <p:cNvCxnSpPr/>
            <p:nvPr/>
          </p:nvCxnSpPr>
          <p:spPr>
            <a:xfrm>
              <a:off x="684637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3" name="Google Shape;141;p14">
            <a:extLst>
              <a:ext uri="{FF2B5EF4-FFF2-40B4-BE49-F238E27FC236}">
                <a16:creationId xmlns:a16="http://schemas.microsoft.com/office/drawing/2014/main" id="{BC347759-F085-2B63-AE8B-4362A8134E34}"/>
              </a:ext>
            </a:extLst>
          </p:cNvPr>
          <p:cNvCxnSpPr/>
          <p:nvPr/>
        </p:nvCxnSpPr>
        <p:spPr>
          <a:xfrm>
            <a:off x="2964168" y="34459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" name="Google Shape;142;p14">
            <a:extLst>
              <a:ext uri="{FF2B5EF4-FFF2-40B4-BE49-F238E27FC236}">
                <a16:creationId xmlns:a16="http://schemas.microsoft.com/office/drawing/2014/main" id="{5EE8E369-EC85-6C55-6A0A-F8595BEB1978}"/>
              </a:ext>
            </a:extLst>
          </p:cNvPr>
          <p:cNvGrpSpPr/>
          <p:nvPr/>
        </p:nvGrpSpPr>
        <p:grpSpPr>
          <a:xfrm>
            <a:off x="3623587" y="3331675"/>
            <a:ext cx="105937" cy="228600"/>
            <a:chOff x="601932" y="2976075"/>
            <a:chExt cx="105937" cy="228600"/>
          </a:xfrm>
        </p:grpSpPr>
        <p:cxnSp>
          <p:nvCxnSpPr>
            <p:cNvPr id="15" name="Google Shape;143;p14">
              <a:extLst>
                <a:ext uri="{FF2B5EF4-FFF2-40B4-BE49-F238E27FC236}">
                  <a16:creationId xmlns:a16="http://schemas.microsoft.com/office/drawing/2014/main" id="{8F82CE1E-3537-2CAA-196C-662518733036}"/>
                </a:ext>
              </a:extLst>
            </p:cNvPr>
            <p:cNvCxnSpPr/>
            <p:nvPr/>
          </p:nvCxnSpPr>
          <p:spPr>
            <a:xfrm>
              <a:off x="601932" y="29760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44;p14">
              <a:extLst>
                <a:ext uri="{FF2B5EF4-FFF2-40B4-BE49-F238E27FC236}">
                  <a16:creationId xmlns:a16="http://schemas.microsoft.com/office/drawing/2014/main" id="{7D63BAA5-0B31-B387-2EA4-04EFD1005F4A}"/>
                </a:ext>
              </a:extLst>
            </p:cNvPr>
            <p:cNvCxnSpPr/>
            <p:nvPr/>
          </p:nvCxnSpPr>
          <p:spPr>
            <a:xfrm>
              <a:off x="707868" y="29760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45;p14">
              <a:extLst>
                <a:ext uri="{FF2B5EF4-FFF2-40B4-BE49-F238E27FC236}">
                  <a16:creationId xmlns:a16="http://schemas.microsoft.com/office/drawing/2014/main" id="{C0FBD475-8EB9-0398-A3CF-FB83569CA8D0}"/>
                </a:ext>
              </a:extLst>
            </p:cNvPr>
            <p:cNvCxnSpPr/>
            <p:nvPr/>
          </p:nvCxnSpPr>
          <p:spPr>
            <a:xfrm>
              <a:off x="654900" y="2976075"/>
              <a:ext cx="0" cy="837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46;p14">
              <a:extLst>
                <a:ext uri="{FF2B5EF4-FFF2-40B4-BE49-F238E27FC236}">
                  <a16:creationId xmlns:a16="http://schemas.microsoft.com/office/drawing/2014/main" id="{F834A9B8-1CA0-BF14-07AD-B9A991591FCB}"/>
                </a:ext>
              </a:extLst>
            </p:cNvPr>
            <p:cNvCxnSpPr/>
            <p:nvPr/>
          </p:nvCxnSpPr>
          <p:spPr>
            <a:xfrm>
              <a:off x="654900" y="3120975"/>
              <a:ext cx="0" cy="837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9" name="Google Shape;147;p14">
            <a:extLst>
              <a:ext uri="{FF2B5EF4-FFF2-40B4-BE49-F238E27FC236}">
                <a16:creationId xmlns:a16="http://schemas.microsoft.com/office/drawing/2014/main" id="{5D1439B4-B5B8-204F-2440-0C6308629DF8}"/>
              </a:ext>
            </a:extLst>
          </p:cNvPr>
          <p:cNvCxnSpPr/>
          <p:nvPr/>
        </p:nvCxnSpPr>
        <p:spPr>
          <a:xfrm>
            <a:off x="3289693" y="34459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148;p14">
            <a:extLst>
              <a:ext uri="{FF2B5EF4-FFF2-40B4-BE49-F238E27FC236}">
                <a16:creationId xmlns:a16="http://schemas.microsoft.com/office/drawing/2014/main" id="{D0E9160F-5EF0-56A4-BDB4-4EBA4AFE716C}"/>
              </a:ext>
            </a:extLst>
          </p:cNvPr>
          <p:cNvGrpSpPr/>
          <p:nvPr/>
        </p:nvGrpSpPr>
        <p:grpSpPr>
          <a:xfrm>
            <a:off x="4059218" y="3205604"/>
            <a:ext cx="395400" cy="354671"/>
            <a:chOff x="457200" y="1749604"/>
            <a:chExt cx="395400" cy="354671"/>
          </a:xfrm>
        </p:grpSpPr>
        <p:grpSp>
          <p:nvGrpSpPr>
            <p:cNvPr id="21" name="Google Shape;149;p14">
              <a:extLst>
                <a:ext uri="{FF2B5EF4-FFF2-40B4-BE49-F238E27FC236}">
                  <a16:creationId xmlns:a16="http://schemas.microsoft.com/office/drawing/2014/main" id="{22D91B7C-EDB8-0FD0-88C3-0FC8FC2F8B00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25" name="Google Shape;150;p14">
                <a:extLst>
                  <a:ext uri="{FF2B5EF4-FFF2-40B4-BE49-F238E27FC236}">
                    <a16:creationId xmlns:a16="http://schemas.microsoft.com/office/drawing/2014/main" id="{53A46645-CD63-BAF0-B8C0-91927C8943F7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1;p14">
                <a:extLst>
                  <a:ext uri="{FF2B5EF4-FFF2-40B4-BE49-F238E27FC236}">
                    <a16:creationId xmlns:a16="http://schemas.microsoft.com/office/drawing/2014/main" id="{98AAD098-9803-1B6C-AE06-0144F442CF88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152;p14">
              <a:extLst>
                <a:ext uri="{FF2B5EF4-FFF2-40B4-BE49-F238E27FC236}">
                  <a16:creationId xmlns:a16="http://schemas.microsoft.com/office/drawing/2014/main" id="{1074FD81-715A-7F37-0499-97C7B87D9122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23" name="Google Shape;153;p14">
                <a:extLst>
                  <a:ext uri="{FF2B5EF4-FFF2-40B4-BE49-F238E27FC236}">
                    <a16:creationId xmlns:a16="http://schemas.microsoft.com/office/drawing/2014/main" id="{D1120A12-D9A8-C265-138F-3B32854B6303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" name="Google Shape;154;p14">
                <a:extLst>
                  <a:ext uri="{FF2B5EF4-FFF2-40B4-BE49-F238E27FC236}">
                    <a16:creationId xmlns:a16="http://schemas.microsoft.com/office/drawing/2014/main" id="{24064FE3-33D1-3D01-0255-019A519074A8}"/>
                  </a:ext>
                </a:extLst>
              </p:cNvPr>
              <p:cNvSpPr/>
              <p:nvPr/>
            </p:nvSpPr>
            <p:spPr>
              <a:xfrm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/>
                  <a:t>S</a:t>
                </a:r>
                <a:endParaRPr sz="600"/>
              </a:p>
            </p:txBody>
          </p:sp>
        </p:grpSp>
      </p:grpSp>
      <p:cxnSp>
        <p:nvCxnSpPr>
          <p:cNvPr id="27" name="Google Shape;155;p14">
            <a:extLst>
              <a:ext uri="{FF2B5EF4-FFF2-40B4-BE49-F238E27FC236}">
                <a16:creationId xmlns:a16="http://schemas.microsoft.com/office/drawing/2014/main" id="{11B7D062-4A75-9948-7AC6-1C241FB8B3BD}"/>
              </a:ext>
            </a:extLst>
          </p:cNvPr>
          <p:cNvCxnSpPr/>
          <p:nvPr/>
        </p:nvCxnSpPr>
        <p:spPr>
          <a:xfrm>
            <a:off x="4454618" y="34459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156;p14">
            <a:extLst>
              <a:ext uri="{FF2B5EF4-FFF2-40B4-BE49-F238E27FC236}">
                <a16:creationId xmlns:a16="http://schemas.microsoft.com/office/drawing/2014/main" id="{15D7FFB6-9BA9-894A-AD2C-86D705DCD8E7}"/>
              </a:ext>
            </a:extLst>
          </p:cNvPr>
          <p:cNvSpPr/>
          <p:nvPr/>
        </p:nvSpPr>
        <p:spPr>
          <a:xfrm>
            <a:off x="4784318" y="3295825"/>
            <a:ext cx="687600" cy="300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/>
              <a:t>~??? psi</a:t>
            </a:r>
            <a:endParaRPr sz="800" b="1"/>
          </a:p>
        </p:txBody>
      </p:sp>
      <p:cxnSp>
        <p:nvCxnSpPr>
          <p:cNvPr id="29" name="Google Shape;157;p14">
            <a:extLst>
              <a:ext uri="{FF2B5EF4-FFF2-40B4-BE49-F238E27FC236}">
                <a16:creationId xmlns:a16="http://schemas.microsoft.com/office/drawing/2014/main" id="{6721DB46-90DB-A756-E9DF-454FEC2D280F}"/>
              </a:ext>
            </a:extLst>
          </p:cNvPr>
          <p:cNvCxnSpPr/>
          <p:nvPr/>
        </p:nvCxnSpPr>
        <p:spPr>
          <a:xfrm>
            <a:off x="5471918" y="34459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158;p14">
            <a:extLst>
              <a:ext uri="{FF2B5EF4-FFF2-40B4-BE49-F238E27FC236}">
                <a16:creationId xmlns:a16="http://schemas.microsoft.com/office/drawing/2014/main" id="{EF9BE663-9650-466D-C4C0-4623E4B6F3C7}"/>
              </a:ext>
            </a:extLst>
          </p:cNvPr>
          <p:cNvCxnSpPr/>
          <p:nvPr/>
        </p:nvCxnSpPr>
        <p:spPr>
          <a:xfrm>
            <a:off x="5801618" y="34459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159;p14">
            <a:extLst>
              <a:ext uri="{FF2B5EF4-FFF2-40B4-BE49-F238E27FC236}">
                <a16:creationId xmlns:a16="http://schemas.microsoft.com/office/drawing/2014/main" id="{95F5C00B-CF7F-4A20-FEE2-A4BE27E6062F}"/>
              </a:ext>
            </a:extLst>
          </p:cNvPr>
          <p:cNvCxnSpPr/>
          <p:nvPr/>
        </p:nvCxnSpPr>
        <p:spPr>
          <a:xfrm rot="5400000">
            <a:off x="5966737" y="361082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60;p14">
            <a:extLst>
              <a:ext uri="{FF2B5EF4-FFF2-40B4-BE49-F238E27FC236}">
                <a16:creationId xmlns:a16="http://schemas.microsoft.com/office/drawing/2014/main" id="{32006EC7-C645-178C-A7B2-2630282D912C}"/>
              </a:ext>
            </a:extLst>
          </p:cNvPr>
          <p:cNvCxnSpPr/>
          <p:nvPr/>
        </p:nvCxnSpPr>
        <p:spPr>
          <a:xfrm rot="5400000">
            <a:off x="5966737" y="328112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" name="Google Shape;161;p14">
            <a:extLst>
              <a:ext uri="{FF2B5EF4-FFF2-40B4-BE49-F238E27FC236}">
                <a16:creationId xmlns:a16="http://schemas.microsoft.com/office/drawing/2014/main" id="{302D25E7-4B38-61FA-3C7C-BAEFAD1FCE33}"/>
              </a:ext>
            </a:extLst>
          </p:cNvPr>
          <p:cNvGrpSpPr/>
          <p:nvPr/>
        </p:nvGrpSpPr>
        <p:grpSpPr>
          <a:xfrm>
            <a:off x="6012221" y="2713900"/>
            <a:ext cx="312000" cy="402370"/>
            <a:chOff x="540600" y="1275600"/>
            <a:chExt cx="312000" cy="402370"/>
          </a:xfrm>
        </p:grpSpPr>
        <p:sp>
          <p:nvSpPr>
            <p:cNvPr id="34" name="Google Shape;162;p14">
              <a:extLst>
                <a:ext uri="{FF2B5EF4-FFF2-40B4-BE49-F238E27FC236}">
                  <a16:creationId xmlns:a16="http://schemas.microsoft.com/office/drawing/2014/main" id="{E346AF69-180F-1C57-6A4E-90B47B9C11BB}"/>
                </a:ext>
              </a:extLst>
            </p:cNvPr>
            <p:cNvSpPr/>
            <p:nvPr/>
          </p:nvSpPr>
          <p:spPr>
            <a:xfrm>
              <a:off x="540600" y="148027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3;p14">
              <a:extLst>
                <a:ext uri="{FF2B5EF4-FFF2-40B4-BE49-F238E27FC236}">
                  <a16:creationId xmlns:a16="http://schemas.microsoft.com/office/drawing/2014/main" id="{BDD55B42-A9D9-F2BE-6438-83E5D0D519C2}"/>
                </a:ext>
              </a:extLst>
            </p:cNvPr>
            <p:cNvSpPr/>
            <p:nvPr/>
          </p:nvSpPr>
          <p:spPr>
            <a:xfrm rot="-5400000">
              <a:off x="639450" y="138105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" name="Google Shape;164;p14">
              <a:extLst>
                <a:ext uri="{FF2B5EF4-FFF2-40B4-BE49-F238E27FC236}">
                  <a16:creationId xmlns:a16="http://schemas.microsoft.com/office/drawing/2014/main" id="{CD5B2AA1-7845-1615-657C-84B6B572ECBD}"/>
                </a:ext>
              </a:extLst>
            </p:cNvPr>
            <p:cNvCxnSpPr>
              <a:stCxn id="35" idx="0"/>
            </p:cNvCxnSpPr>
            <p:nvPr/>
          </p:nvCxnSpPr>
          <p:spPr>
            <a:xfrm rot="10800000">
              <a:off x="654900" y="1275600"/>
              <a:ext cx="0" cy="2043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165;p14">
              <a:extLst>
                <a:ext uri="{FF2B5EF4-FFF2-40B4-BE49-F238E27FC236}">
                  <a16:creationId xmlns:a16="http://schemas.microsoft.com/office/drawing/2014/main" id="{17026FE3-6BC4-302A-29A4-D6778AB31B4F}"/>
                </a:ext>
              </a:extLst>
            </p:cNvPr>
            <p:cNvCxnSpPr/>
            <p:nvPr/>
          </p:nvCxnSpPr>
          <p:spPr>
            <a:xfrm>
              <a:off x="603900" y="134087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166;p14">
              <a:extLst>
                <a:ext uri="{FF2B5EF4-FFF2-40B4-BE49-F238E27FC236}">
                  <a16:creationId xmlns:a16="http://schemas.microsoft.com/office/drawing/2014/main" id="{F94465AB-C6D3-2829-727D-19ED8F8E0819}"/>
                </a:ext>
              </a:extLst>
            </p:cNvPr>
            <p:cNvCxnSpPr/>
            <p:nvPr/>
          </p:nvCxnSpPr>
          <p:spPr>
            <a:xfrm>
              <a:off x="603900" y="140822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9" name="Google Shape;167;p14">
            <a:extLst>
              <a:ext uri="{FF2B5EF4-FFF2-40B4-BE49-F238E27FC236}">
                <a16:creationId xmlns:a16="http://schemas.microsoft.com/office/drawing/2014/main" id="{D2F50380-6B4C-5409-D9E9-0802B21BEB2C}"/>
              </a:ext>
            </a:extLst>
          </p:cNvPr>
          <p:cNvGrpSpPr/>
          <p:nvPr/>
        </p:nvGrpSpPr>
        <p:grpSpPr>
          <a:xfrm rot="-5400000">
            <a:off x="5866723" y="3796029"/>
            <a:ext cx="395400" cy="354671"/>
            <a:chOff x="457200" y="1749604"/>
            <a:chExt cx="395400" cy="354671"/>
          </a:xfrm>
        </p:grpSpPr>
        <p:grpSp>
          <p:nvGrpSpPr>
            <p:cNvPr id="40" name="Google Shape;168;p14">
              <a:extLst>
                <a:ext uri="{FF2B5EF4-FFF2-40B4-BE49-F238E27FC236}">
                  <a16:creationId xmlns:a16="http://schemas.microsoft.com/office/drawing/2014/main" id="{363BCD19-3C41-9230-97AB-A89A92EFBACA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44" name="Google Shape;169;p14">
                <a:extLst>
                  <a:ext uri="{FF2B5EF4-FFF2-40B4-BE49-F238E27FC236}">
                    <a16:creationId xmlns:a16="http://schemas.microsoft.com/office/drawing/2014/main" id="{7335B611-CA01-2211-6429-14B70918A50D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70;p14">
                <a:extLst>
                  <a:ext uri="{FF2B5EF4-FFF2-40B4-BE49-F238E27FC236}">
                    <a16:creationId xmlns:a16="http://schemas.microsoft.com/office/drawing/2014/main" id="{811D06BC-F376-E8EB-82EE-E975E9913071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171;p14">
              <a:extLst>
                <a:ext uri="{FF2B5EF4-FFF2-40B4-BE49-F238E27FC236}">
                  <a16:creationId xmlns:a16="http://schemas.microsoft.com/office/drawing/2014/main" id="{23707722-A73E-97A0-40DD-0D4C4A06EC1D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42" name="Google Shape;172;p14">
                <a:extLst>
                  <a:ext uri="{FF2B5EF4-FFF2-40B4-BE49-F238E27FC236}">
                    <a16:creationId xmlns:a16="http://schemas.microsoft.com/office/drawing/2014/main" id="{4D8DD22B-BCCD-71F8-E053-FDA330E1F501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" name="Google Shape;173;p14">
                <a:extLst>
                  <a:ext uri="{FF2B5EF4-FFF2-40B4-BE49-F238E27FC236}">
                    <a16:creationId xmlns:a16="http://schemas.microsoft.com/office/drawing/2014/main" id="{9B4A1D41-0F35-6851-9832-CBEF26CA1B2F}"/>
                  </a:ext>
                </a:extLst>
              </p:cNvPr>
              <p:cNvSpPr/>
              <p:nvPr/>
            </p:nvSpPr>
            <p:spPr>
              <a:xfrm rot="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/>
                  <a:t>S</a:t>
                </a:r>
                <a:endParaRPr sz="600"/>
              </a:p>
            </p:txBody>
          </p:sp>
        </p:grpSp>
      </p:grpSp>
      <p:cxnSp>
        <p:nvCxnSpPr>
          <p:cNvPr id="46" name="Google Shape;174;p14">
            <a:extLst>
              <a:ext uri="{FF2B5EF4-FFF2-40B4-BE49-F238E27FC236}">
                <a16:creationId xmlns:a16="http://schemas.microsoft.com/office/drawing/2014/main" id="{3603A63F-7153-DCA0-BCAF-C5C001155BC0}"/>
              </a:ext>
            </a:extLst>
          </p:cNvPr>
          <p:cNvCxnSpPr/>
          <p:nvPr/>
        </p:nvCxnSpPr>
        <p:spPr>
          <a:xfrm>
            <a:off x="3729518" y="34459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175;p14">
            <a:extLst>
              <a:ext uri="{FF2B5EF4-FFF2-40B4-BE49-F238E27FC236}">
                <a16:creationId xmlns:a16="http://schemas.microsoft.com/office/drawing/2014/main" id="{04282645-4F16-D57A-08CB-29CC2FDCDF11}"/>
              </a:ext>
            </a:extLst>
          </p:cNvPr>
          <p:cNvCxnSpPr/>
          <p:nvPr/>
        </p:nvCxnSpPr>
        <p:spPr>
          <a:xfrm rot="5400000">
            <a:off x="3122960" y="328112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Google Shape;176;p14">
            <a:extLst>
              <a:ext uri="{FF2B5EF4-FFF2-40B4-BE49-F238E27FC236}">
                <a16:creationId xmlns:a16="http://schemas.microsoft.com/office/drawing/2014/main" id="{6EBDCDDB-945D-0D81-10AC-EE76D0BF6140}"/>
              </a:ext>
            </a:extLst>
          </p:cNvPr>
          <p:cNvSpPr/>
          <p:nvPr/>
        </p:nvSpPr>
        <p:spPr>
          <a:xfrm>
            <a:off x="3173510" y="2887675"/>
            <a:ext cx="228600" cy="2286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PT</a:t>
            </a:r>
            <a:endParaRPr sz="600"/>
          </a:p>
        </p:txBody>
      </p:sp>
      <p:cxnSp>
        <p:nvCxnSpPr>
          <p:cNvPr id="49" name="Google Shape;177;p14">
            <a:extLst>
              <a:ext uri="{FF2B5EF4-FFF2-40B4-BE49-F238E27FC236}">
                <a16:creationId xmlns:a16="http://schemas.microsoft.com/office/drawing/2014/main" id="{2B490C95-9D67-43AA-3E98-8AFC480C044D}"/>
              </a:ext>
            </a:extLst>
          </p:cNvPr>
          <p:cNvCxnSpPr/>
          <p:nvPr/>
        </p:nvCxnSpPr>
        <p:spPr>
          <a:xfrm rot="5400000">
            <a:off x="5644378" y="3281113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178;p14">
            <a:extLst>
              <a:ext uri="{FF2B5EF4-FFF2-40B4-BE49-F238E27FC236}">
                <a16:creationId xmlns:a16="http://schemas.microsoft.com/office/drawing/2014/main" id="{A7052C7E-4344-3CB1-DEBA-8842FE96978F}"/>
              </a:ext>
            </a:extLst>
          </p:cNvPr>
          <p:cNvSpPr/>
          <p:nvPr/>
        </p:nvSpPr>
        <p:spPr>
          <a:xfrm>
            <a:off x="5694928" y="2887663"/>
            <a:ext cx="228600" cy="2286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PT</a:t>
            </a:r>
            <a:endParaRPr sz="600"/>
          </a:p>
        </p:txBody>
      </p:sp>
      <p:cxnSp>
        <p:nvCxnSpPr>
          <p:cNvPr id="51" name="Google Shape;179;p14">
            <a:extLst>
              <a:ext uri="{FF2B5EF4-FFF2-40B4-BE49-F238E27FC236}">
                <a16:creationId xmlns:a16="http://schemas.microsoft.com/office/drawing/2014/main" id="{1A3344D1-6154-DA3A-0CDD-2F7D0C69148F}"/>
              </a:ext>
            </a:extLst>
          </p:cNvPr>
          <p:cNvCxnSpPr/>
          <p:nvPr/>
        </p:nvCxnSpPr>
        <p:spPr>
          <a:xfrm>
            <a:off x="6137123" y="34459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" name="Google Shape;180;p14">
            <a:extLst>
              <a:ext uri="{FF2B5EF4-FFF2-40B4-BE49-F238E27FC236}">
                <a16:creationId xmlns:a16="http://schemas.microsoft.com/office/drawing/2014/main" id="{14517D85-A2A2-6F1C-7550-F48BAB4237B1}"/>
              </a:ext>
            </a:extLst>
          </p:cNvPr>
          <p:cNvSpPr txBox="1"/>
          <p:nvPr/>
        </p:nvSpPr>
        <p:spPr>
          <a:xfrm>
            <a:off x="6351918" y="3191055"/>
            <a:ext cx="14859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2"/>
                </a:solidFill>
              </a:rPr>
              <a:t>To Distribution</a:t>
            </a:r>
            <a:endParaRPr sz="1800" b="1" dirty="0">
              <a:solidFill>
                <a:schemeClr val="dk2"/>
              </a:solidFill>
            </a:endParaRPr>
          </a:p>
        </p:txBody>
      </p:sp>
      <p:sp>
        <p:nvSpPr>
          <p:cNvPr id="53" name="Google Shape;181;p14">
            <a:extLst>
              <a:ext uri="{FF2B5EF4-FFF2-40B4-BE49-F238E27FC236}">
                <a16:creationId xmlns:a16="http://schemas.microsoft.com/office/drawing/2014/main" id="{2B06DC0F-9588-5950-A385-0A6C661F9191}"/>
              </a:ext>
            </a:extLst>
          </p:cNvPr>
          <p:cNvSpPr/>
          <p:nvPr/>
        </p:nvSpPr>
        <p:spPr>
          <a:xfrm rot="10800000">
            <a:off x="6017280" y="4500775"/>
            <a:ext cx="228600" cy="1977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" name="Google Shape;182;p14">
            <a:extLst>
              <a:ext uri="{FF2B5EF4-FFF2-40B4-BE49-F238E27FC236}">
                <a16:creationId xmlns:a16="http://schemas.microsoft.com/office/drawing/2014/main" id="{2E32F6A8-B208-365F-9D20-962D19187675}"/>
              </a:ext>
            </a:extLst>
          </p:cNvPr>
          <p:cNvCxnSpPr/>
          <p:nvPr/>
        </p:nvCxnSpPr>
        <p:spPr>
          <a:xfrm rot="5400000">
            <a:off x="5966730" y="4335932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526F99D9-6CFE-4837-93DF-77EDBE557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DB51B025-80B7-2C09-310B-8B60BB8E6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Overview</a:t>
            </a:r>
            <a:endParaRPr/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937FDF62-0E3F-69E9-A671-509E17107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Nitrogen Distribution &amp; Work Gas Sub-system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A network that distributes, regulates, and controls the nitrogen gas utilized for all pneumatic and pressurization tasks.</a:t>
            </a:r>
            <a:endParaRPr dirty="0"/>
          </a:p>
        </p:txBody>
      </p:sp>
      <p:cxnSp>
        <p:nvCxnSpPr>
          <p:cNvPr id="55" name="Google Shape;188;p15">
            <a:extLst>
              <a:ext uri="{FF2B5EF4-FFF2-40B4-BE49-F238E27FC236}">
                <a16:creationId xmlns:a16="http://schemas.microsoft.com/office/drawing/2014/main" id="{26E0A6DC-38CF-B0DC-F1B2-3093AE8169D4}"/>
              </a:ext>
            </a:extLst>
          </p:cNvPr>
          <p:cNvCxnSpPr/>
          <p:nvPr/>
        </p:nvCxnSpPr>
        <p:spPr>
          <a:xfrm>
            <a:off x="2661257" y="37406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" name="Google Shape;189;p15">
            <a:extLst>
              <a:ext uri="{FF2B5EF4-FFF2-40B4-BE49-F238E27FC236}">
                <a16:creationId xmlns:a16="http://schemas.microsoft.com/office/drawing/2014/main" id="{93B74A5F-4918-479E-BF6C-0F5F104D9066}"/>
              </a:ext>
            </a:extLst>
          </p:cNvPr>
          <p:cNvSpPr txBox="1"/>
          <p:nvPr/>
        </p:nvSpPr>
        <p:spPr>
          <a:xfrm>
            <a:off x="1312604" y="3490325"/>
            <a:ext cx="1468200" cy="5007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2"/>
                </a:solidFill>
              </a:rPr>
              <a:t>From Pressurant</a:t>
            </a:r>
            <a:endParaRPr sz="1800" b="1" dirty="0">
              <a:solidFill>
                <a:schemeClr val="dk2"/>
              </a:solidFill>
            </a:endParaRPr>
          </a:p>
        </p:txBody>
      </p:sp>
      <p:cxnSp>
        <p:nvCxnSpPr>
          <p:cNvPr id="57" name="Google Shape;190;p15">
            <a:extLst>
              <a:ext uri="{FF2B5EF4-FFF2-40B4-BE49-F238E27FC236}">
                <a16:creationId xmlns:a16="http://schemas.microsoft.com/office/drawing/2014/main" id="{09FAAB4F-E24E-1EC6-812D-9281382F6765}"/>
              </a:ext>
            </a:extLst>
          </p:cNvPr>
          <p:cNvCxnSpPr/>
          <p:nvPr/>
        </p:nvCxnSpPr>
        <p:spPr>
          <a:xfrm>
            <a:off x="2990953" y="2765975"/>
            <a:ext cx="0" cy="97470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191;p15">
            <a:extLst>
              <a:ext uri="{FF2B5EF4-FFF2-40B4-BE49-F238E27FC236}">
                <a16:creationId xmlns:a16="http://schemas.microsoft.com/office/drawing/2014/main" id="{311B534B-73C8-7EAF-0714-471DCC98143E}"/>
              </a:ext>
            </a:extLst>
          </p:cNvPr>
          <p:cNvCxnSpPr/>
          <p:nvPr/>
        </p:nvCxnSpPr>
        <p:spPr>
          <a:xfrm>
            <a:off x="2990953" y="37406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192;p15">
            <a:extLst>
              <a:ext uri="{FF2B5EF4-FFF2-40B4-BE49-F238E27FC236}">
                <a16:creationId xmlns:a16="http://schemas.microsoft.com/office/drawing/2014/main" id="{B93733FF-CEFB-4F3E-5E26-603D4707A227}"/>
              </a:ext>
            </a:extLst>
          </p:cNvPr>
          <p:cNvCxnSpPr/>
          <p:nvPr/>
        </p:nvCxnSpPr>
        <p:spPr>
          <a:xfrm>
            <a:off x="2990953" y="3740675"/>
            <a:ext cx="0" cy="97470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193;p15">
            <a:extLst>
              <a:ext uri="{FF2B5EF4-FFF2-40B4-BE49-F238E27FC236}">
                <a16:creationId xmlns:a16="http://schemas.microsoft.com/office/drawing/2014/main" id="{BF1992D4-4A1B-DD1C-C9C1-4E470EE0DFE5}"/>
              </a:ext>
            </a:extLst>
          </p:cNvPr>
          <p:cNvCxnSpPr/>
          <p:nvPr/>
        </p:nvCxnSpPr>
        <p:spPr>
          <a:xfrm>
            <a:off x="2990953" y="2765975"/>
            <a:ext cx="11169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1" name="Google Shape;194;p15">
            <a:extLst>
              <a:ext uri="{FF2B5EF4-FFF2-40B4-BE49-F238E27FC236}">
                <a16:creationId xmlns:a16="http://schemas.microsoft.com/office/drawing/2014/main" id="{22DA9C77-0DEA-1697-DEFF-24C1D1D5E033}"/>
              </a:ext>
            </a:extLst>
          </p:cNvPr>
          <p:cNvGrpSpPr/>
          <p:nvPr/>
        </p:nvGrpSpPr>
        <p:grpSpPr>
          <a:xfrm>
            <a:off x="3320653" y="3358650"/>
            <a:ext cx="395400" cy="495975"/>
            <a:chOff x="457200" y="3620100"/>
            <a:chExt cx="395400" cy="495975"/>
          </a:xfrm>
        </p:grpSpPr>
        <p:grpSp>
          <p:nvGrpSpPr>
            <p:cNvPr id="62" name="Google Shape;195;p15">
              <a:extLst>
                <a:ext uri="{FF2B5EF4-FFF2-40B4-BE49-F238E27FC236}">
                  <a16:creationId xmlns:a16="http://schemas.microsoft.com/office/drawing/2014/main" id="{11931E00-3D30-11CF-2068-64AF43920B4D}"/>
                </a:ext>
              </a:extLst>
            </p:cNvPr>
            <p:cNvGrpSpPr/>
            <p:nvPr/>
          </p:nvGrpSpPr>
          <p:grpSpPr>
            <a:xfrm>
              <a:off x="457200" y="3887475"/>
              <a:ext cx="395400" cy="228600"/>
              <a:chOff x="1413125" y="1836875"/>
              <a:chExt cx="395400" cy="228600"/>
            </a:xfrm>
          </p:grpSpPr>
          <p:sp>
            <p:nvSpPr>
              <p:cNvPr id="69" name="Google Shape;196;p15">
                <a:extLst>
                  <a:ext uri="{FF2B5EF4-FFF2-40B4-BE49-F238E27FC236}">
                    <a16:creationId xmlns:a16="http://schemas.microsoft.com/office/drawing/2014/main" id="{6B6AA1CC-E511-7D29-6858-9AD899EB3D2B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CC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97;p15">
                <a:extLst>
                  <a:ext uri="{FF2B5EF4-FFF2-40B4-BE49-F238E27FC236}">
                    <a16:creationId xmlns:a16="http://schemas.microsoft.com/office/drawing/2014/main" id="{36CA394A-9A91-AD9C-C752-F13BB2973317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CC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3" name="Google Shape;198;p15">
              <a:extLst>
                <a:ext uri="{FF2B5EF4-FFF2-40B4-BE49-F238E27FC236}">
                  <a16:creationId xmlns:a16="http://schemas.microsoft.com/office/drawing/2014/main" id="{17D727AB-1112-3CFE-3AD2-19FCA3C7CFD0}"/>
                </a:ext>
              </a:extLst>
            </p:cNvPr>
            <p:cNvCxnSpPr>
              <a:stCxn id="70" idx="0"/>
            </p:cNvCxnSpPr>
            <p:nvPr/>
          </p:nvCxnSpPr>
          <p:spPr>
            <a:xfrm rot="10800000">
              <a:off x="654900" y="3804375"/>
              <a:ext cx="0" cy="19740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" name="Google Shape;199;p15">
              <a:extLst>
                <a:ext uri="{FF2B5EF4-FFF2-40B4-BE49-F238E27FC236}">
                  <a16:creationId xmlns:a16="http://schemas.microsoft.com/office/drawing/2014/main" id="{0B1C5F32-9F7C-7BF0-CDCD-A32F3EB33205}"/>
                </a:ext>
              </a:extLst>
            </p:cNvPr>
            <p:cNvSpPr/>
            <p:nvPr/>
          </p:nvSpPr>
          <p:spPr>
            <a:xfrm>
              <a:off x="540600" y="3726350"/>
              <a:ext cx="228600" cy="228600"/>
            </a:xfrm>
            <a:prstGeom prst="chord">
              <a:avLst>
                <a:gd name="adj1" fmla="val 11952667"/>
                <a:gd name="adj2" fmla="val 20472476"/>
              </a:avLst>
            </a:prstGeom>
            <a:solidFill>
              <a:schemeClr val="lt2"/>
            </a:solidFill>
            <a:ln w="12700" cap="flat" cmpd="sng">
              <a:solidFill>
                <a:srgbClr val="CC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" name="Google Shape;200;p15">
              <a:extLst>
                <a:ext uri="{FF2B5EF4-FFF2-40B4-BE49-F238E27FC236}">
                  <a16:creationId xmlns:a16="http://schemas.microsoft.com/office/drawing/2014/main" id="{2F22B81A-3B39-F597-625F-24A1E112DBD4}"/>
                </a:ext>
              </a:extLst>
            </p:cNvPr>
            <p:cNvCxnSpPr/>
            <p:nvPr/>
          </p:nvCxnSpPr>
          <p:spPr>
            <a:xfrm rot="10800000">
              <a:off x="655025" y="3620775"/>
              <a:ext cx="0" cy="10560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201;p15">
              <a:extLst>
                <a:ext uri="{FF2B5EF4-FFF2-40B4-BE49-F238E27FC236}">
                  <a16:creationId xmlns:a16="http://schemas.microsoft.com/office/drawing/2014/main" id="{F8D70ED9-81F8-92E9-2AC9-5CCA315FBDAC}"/>
                </a:ext>
              </a:extLst>
            </p:cNvPr>
            <p:cNvCxnSpPr/>
            <p:nvPr/>
          </p:nvCxnSpPr>
          <p:spPr>
            <a:xfrm rot="10800000">
              <a:off x="654907" y="3624075"/>
              <a:ext cx="152400" cy="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202;p15">
              <a:extLst>
                <a:ext uri="{FF2B5EF4-FFF2-40B4-BE49-F238E27FC236}">
                  <a16:creationId xmlns:a16="http://schemas.microsoft.com/office/drawing/2014/main" id="{82CE166B-185F-3588-16CD-D3AB4BCDDE76}"/>
                </a:ext>
              </a:extLst>
            </p:cNvPr>
            <p:cNvCxnSpPr/>
            <p:nvPr/>
          </p:nvCxnSpPr>
          <p:spPr>
            <a:xfrm>
              <a:off x="805200" y="3620100"/>
              <a:ext cx="0" cy="17250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203;p15">
              <a:extLst>
                <a:ext uri="{FF2B5EF4-FFF2-40B4-BE49-F238E27FC236}">
                  <a16:creationId xmlns:a16="http://schemas.microsoft.com/office/drawing/2014/main" id="{F35D2490-4C90-AFA7-0E68-9E1570AAD972}"/>
                </a:ext>
              </a:extLst>
            </p:cNvPr>
            <p:cNvCxnSpPr/>
            <p:nvPr/>
          </p:nvCxnSpPr>
          <p:spPr>
            <a:xfrm rot="10800000" flipH="1">
              <a:off x="655043" y="3789075"/>
              <a:ext cx="152400" cy="21270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71" name="Google Shape;204;p15">
            <a:extLst>
              <a:ext uri="{FF2B5EF4-FFF2-40B4-BE49-F238E27FC236}">
                <a16:creationId xmlns:a16="http://schemas.microsoft.com/office/drawing/2014/main" id="{CEE0E9C4-A97B-6CEB-BAC1-09F0C018F3F6}"/>
              </a:ext>
            </a:extLst>
          </p:cNvPr>
          <p:cNvCxnSpPr/>
          <p:nvPr/>
        </p:nvCxnSpPr>
        <p:spPr>
          <a:xfrm>
            <a:off x="3716053" y="37406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" name="Google Shape;205;p15">
            <a:extLst>
              <a:ext uri="{FF2B5EF4-FFF2-40B4-BE49-F238E27FC236}">
                <a16:creationId xmlns:a16="http://schemas.microsoft.com/office/drawing/2014/main" id="{595CDF1D-8DA9-9C09-C800-9F5C29DB7C84}"/>
              </a:ext>
            </a:extLst>
          </p:cNvPr>
          <p:cNvCxnSpPr/>
          <p:nvPr/>
        </p:nvCxnSpPr>
        <p:spPr>
          <a:xfrm>
            <a:off x="4045753" y="3740675"/>
            <a:ext cx="5478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" name="Google Shape;206;p15">
            <a:extLst>
              <a:ext uri="{FF2B5EF4-FFF2-40B4-BE49-F238E27FC236}">
                <a16:creationId xmlns:a16="http://schemas.microsoft.com/office/drawing/2014/main" id="{29DBD605-3C8D-1FE1-9A16-58CD2162C2B2}"/>
              </a:ext>
            </a:extLst>
          </p:cNvPr>
          <p:cNvCxnSpPr/>
          <p:nvPr/>
        </p:nvCxnSpPr>
        <p:spPr>
          <a:xfrm rot="5400000">
            <a:off x="3880903" y="357582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07;p15">
            <a:extLst>
              <a:ext uri="{FF2B5EF4-FFF2-40B4-BE49-F238E27FC236}">
                <a16:creationId xmlns:a16="http://schemas.microsoft.com/office/drawing/2014/main" id="{4E1D80C8-66D8-A7EC-8379-0943EE03F217}"/>
              </a:ext>
            </a:extLst>
          </p:cNvPr>
          <p:cNvSpPr/>
          <p:nvPr/>
        </p:nvSpPr>
        <p:spPr>
          <a:xfrm>
            <a:off x="3931464" y="3182363"/>
            <a:ext cx="228600" cy="2286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CC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PT</a:t>
            </a:r>
            <a:endParaRPr sz="600"/>
          </a:p>
        </p:txBody>
      </p:sp>
      <p:cxnSp>
        <p:nvCxnSpPr>
          <p:cNvPr id="75" name="Google Shape;208;p15">
            <a:extLst>
              <a:ext uri="{FF2B5EF4-FFF2-40B4-BE49-F238E27FC236}">
                <a16:creationId xmlns:a16="http://schemas.microsoft.com/office/drawing/2014/main" id="{21318834-DB7B-EBA8-4A62-B272644AE1A8}"/>
              </a:ext>
            </a:extLst>
          </p:cNvPr>
          <p:cNvCxnSpPr/>
          <p:nvPr/>
        </p:nvCxnSpPr>
        <p:spPr>
          <a:xfrm rot="5400000">
            <a:off x="4428703" y="3606638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6" name="Google Shape;209;p15">
            <a:extLst>
              <a:ext uri="{FF2B5EF4-FFF2-40B4-BE49-F238E27FC236}">
                <a16:creationId xmlns:a16="http://schemas.microsoft.com/office/drawing/2014/main" id="{D5123E43-7F82-6F2E-7FA1-C833BB7A7B1D}"/>
              </a:ext>
            </a:extLst>
          </p:cNvPr>
          <p:cNvCxnSpPr/>
          <p:nvPr/>
        </p:nvCxnSpPr>
        <p:spPr>
          <a:xfrm rot="5400000">
            <a:off x="4428703" y="390552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210;p15">
            <a:extLst>
              <a:ext uri="{FF2B5EF4-FFF2-40B4-BE49-F238E27FC236}">
                <a16:creationId xmlns:a16="http://schemas.microsoft.com/office/drawing/2014/main" id="{EBA875D5-6F93-F59B-427D-871D5B1A1E50}"/>
              </a:ext>
            </a:extLst>
          </p:cNvPr>
          <p:cNvCxnSpPr/>
          <p:nvPr/>
        </p:nvCxnSpPr>
        <p:spPr>
          <a:xfrm>
            <a:off x="2990953" y="4715375"/>
            <a:ext cx="11169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" name="Google Shape;211;p15">
            <a:extLst>
              <a:ext uri="{FF2B5EF4-FFF2-40B4-BE49-F238E27FC236}">
                <a16:creationId xmlns:a16="http://schemas.microsoft.com/office/drawing/2014/main" id="{0CBB1CC4-0F75-D431-8248-16E619DD8A1F}"/>
              </a:ext>
            </a:extLst>
          </p:cNvPr>
          <p:cNvSpPr txBox="1"/>
          <p:nvPr/>
        </p:nvSpPr>
        <p:spPr>
          <a:xfrm>
            <a:off x="3746112" y="2510482"/>
            <a:ext cx="1799852" cy="5007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800" b="1" dirty="0">
                <a:solidFill>
                  <a:schemeClr val="dk2"/>
                </a:solidFill>
              </a:rPr>
              <a:t>To Fuel</a:t>
            </a:r>
            <a:endParaRPr sz="1800" b="1" dirty="0">
              <a:solidFill>
                <a:schemeClr val="accent4"/>
              </a:solidFill>
            </a:endParaRPr>
          </a:p>
        </p:txBody>
      </p:sp>
      <p:sp>
        <p:nvSpPr>
          <p:cNvPr id="79" name="Google Shape;212;p15">
            <a:extLst>
              <a:ext uri="{FF2B5EF4-FFF2-40B4-BE49-F238E27FC236}">
                <a16:creationId xmlns:a16="http://schemas.microsoft.com/office/drawing/2014/main" id="{83CBAD23-59EA-FCCD-C4CB-01C30EAC14A4}"/>
              </a:ext>
            </a:extLst>
          </p:cNvPr>
          <p:cNvSpPr txBox="1"/>
          <p:nvPr/>
        </p:nvSpPr>
        <p:spPr>
          <a:xfrm>
            <a:off x="4005142" y="4467455"/>
            <a:ext cx="1665065" cy="5007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800" b="1" dirty="0">
                <a:solidFill>
                  <a:schemeClr val="dk2"/>
                </a:solidFill>
              </a:rPr>
              <a:t>To Oxidizer</a:t>
            </a:r>
            <a:endParaRPr sz="1800" b="1" dirty="0">
              <a:solidFill>
                <a:schemeClr val="accent4"/>
              </a:solidFill>
            </a:endParaRPr>
          </a:p>
        </p:txBody>
      </p:sp>
      <p:cxnSp>
        <p:nvCxnSpPr>
          <p:cNvPr id="80" name="Google Shape;213;p15">
            <a:extLst>
              <a:ext uri="{FF2B5EF4-FFF2-40B4-BE49-F238E27FC236}">
                <a16:creationId xmlns:a16="http://schemas.microsoft.com/office/drawing/2014/main" id="{FFB2C06E-BE67-F704-1B0F-F93489E78B5A}"/>
              </a:ext>
            </a:extLst>
          </p:cNvPr>
          <p:cNvCxnSpPr/>
          <p:nvPr/>
        </p:nvCxnSpPr>
        <p:spPr>
          <a:xfrm>
            <a:off x="4599776" y="37406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3" name="Google Shape;214;p15">
            <a:extLst>
              <a:ext uri="{FF2B5EF4-FFF2-40B4-BE49-F238E27FC236}">
                <a16:creationId xmlns:a16="http://schemas.microsoft.com/office/drawing/2014/main" id="{766A1CB9-6999-29B8-090B-7AC6BB5CBAE8}"/>
              </a:ext>
            </a:extLst>
          </p:cNvPr>
          <p:cNvGrpSpPr/>
          <p:nvPr/>
        </p:nvGrpSpPr>
        <p:grpSpPr>
          <a:xfrm>
            <a:off x="4935703" y="3626375"/>
            <a:ext cx="395400" cy="228600"/>
            <a:chOff x="457200" y="911400"/>
            <a:chExt cx="395400" cy="228600"/>
          </a:xfrm>
        </p:grpSpPr>
        <p:grpSp>
          <p:nvGrpSpPr>
            <p:cNvPr id="84" name="Google Shape;215;p15">
              <a:extLst>
                <a:ext uri="{FF2B5EF4-FFF2-40B4-BE49-F238E27FC236}">
                  <a16:creationId xmlns:a16="http://schemas.microsoft.com/office/drawing/2014/main" id="{CE2EE23F-3609-0CD1-031F-9125F4B98917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86" name="Google Shape;216;p15">
                <a:extLst>
                  <a:ext uri="{FF2B5EF4-FFF2-40B4-BE49-F238E27FC236}">
                    <a16:creationId xmlns:a16="http://schemas.microsoft.com/office/drawing/2014/main" id="{BBFF9F1E-222A-1CCF-78D5-54B63DC04777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CC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217;p15">
                <a:extLst>
                  <a:ext uri="{FF2B5EF4-FFF2-40B4-BE49-F238E27FC236}">
                    <a16:creationId xmlns:a16="http://schemas.microsoft.com/office/drawing/2014/main" id="{A6183253-3816-D0E8-BF74-C78F26022548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CC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" name="Google Shape;218;p15">
              <a:extLst>
                <a:ext uri="{FF2B5EF4-FFF2-40B4-BE49-F238E27FC236}">
                  <a16:creationId xmlns:a16="http://schemas.microsoft.com/office/drawing/2014/main" id="{5DD064E4-4630-3220-C895-2DB6C975EA72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CC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8" name="Google Shape;219;p15">
            <a:extLst>
              <a:ext uri="{FF2B5EF4-FFF2-40B4-BE49-F238E27FC236}">
                <a16:creationId xmlns:a16="http://schemas.microsoft.com/office/drawing/2014/main" id="{40C1258F-0411-B6C3-F9BD-308C67FA65CC}"/>
              </a:ext>
            </a:extLst>
          </p:cNvPr>
          <p:cNvCxnSpPr/>
          <p:nvPr/>
        </p:nvCxnSpPr>
        <p:spPr>
          <a:xfrm>
            <a:off x="5331103" y="374067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220;p15">
            <a:extLst>
              <a:ext uri="{FF2B5EF4-FFF2-40B4-BE49-F238E27FC236}">
                <a16:creationId xmlns:a16="http://schemas.microsoft.com/office/drawing/2014/main" id="{E995AA1D-83B5-DD0D-B730-E99401057646}"/>
              </a:ext>
            </a:extLst>
          </p:cNvPr>
          <p:cNvCxnSpPr/>
          <p:nvPr/>
        </p:nvCxnSpPr>
        <p:spPr>
          <a:xfrm rot="5400000">
            <a:off x="5495403" y="357582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221;p15">
            <a:extLst>
              <a:ext uri="{FF2B5EF4-FFF2-40B4-BE49-F238E27FC236}">
                <a16:creationId xmlns:a16="http://schemas.microsoft.com/office/drawing/2014/main" id="{C598DDF0-B8CC-7D92-9F15-A1DA85EF8FF1}"/>
              </a:ext>
            </a:extLst>
          </p:cNvPr>
          <p:cNvSpPr/>
          <p:nvPr/>
        </p:nvSpPr>
        <p:spPr>
          <a:xfrm>
            <a:off x="5545964" y="3182363"/>
            <a:ext cx="228600" cy="2286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CC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PT</a:t>
            </a:r>
            <a:endParaRPr sz="600"/>
          </a:p>
        </p:txBody>
      </p:sp>
      <p:cxnSp>
        <p:nvCxnSpPr>
          <p:cNvPr id="91" name="Google Shape;222;p15">
            <a:extLst>
              <a:ext uri="{FF2B5EF4-FFF2-40B4-BE49-F238E27FC236}">
                <a16:creationId xmlns:a16="http://schemas.microsoft.com/office/drawing/2014/main" id="{05ABA247-96F2-242D-DB6A-CD438B8EA6A4}"/>
              </a:ext>
            </a:extLst>
          </p:cNvPr>
          <p:cNvCxnSpPr/>
          <p:nvPr/>
        </p:nvCxnSpPr>
        <p:spPr>
          <a:xfrm>
            <a:off x="5660802" y="3740675"/>
            <a:ext cx="13233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223;p15">
            <a:extLst>
              <a:ext uri="{FF2B5EF4-FFF2-40B4-BE49-F238E27FC236}">
                <a16:creationId xmlns:a16="http://schemas.microsoft.com/office/drawing/2014/main" id="{0968CDD1-6A73-22F0-6739-826303FA78D5}"/>
              </a:ext>
            </a:extLst>
          </p:cNvPr>
          <p:cNvCxnSpPr/>
          <p:nvPr/>
        </p:nvCxnSpPr>
        <p:spPr>
          <a:xfrm rot="5400000">
            <a:off x="6819253" y="3591225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3" name="Google Shape;224;p15">
            <a:extLst>
              <a:ext uri="{FF2B5EF4-FFF2-40B4-BE49-F238E27FC236}">
                <a16:creationId xmlns:a16="http://schemas.microsoft.com/office/drawing/2014/main" id="{576CC166-26E6-84BC-C529-F54184A479AA}"/>
              </a:ext>
            </a:extLst>
          </p:cNvPr>
          <p:cNvCxnSpPr/>
          <p:nvPr/>
        </p:nvCxnSpPr>
        <p:spPr>
          <a:xfrm rot="5400000">
            <a:off x="6819253" y="3890113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" name="Google Shape;225;p15">
            <a:extLst>
              <a:ext uri="{FF2B5EF4-FFF2-40B4-BE49-F238E27FC236}">
                <a16:creationId xmlns:a16="http://schemas.microsoft.com/office/drawing/2014/main" id="{161DFA3F-618F-EEB8-120B-203332448CA2}"/>
              </a:ext>
            </a:extLst>
          </p:cNvPr>
          <p:cNvSpPr txBox="1"/>
          <p:nvPr/>
        </p:nvSpPr>
        <p:spPr>
          <a:xfrm>
            <a:off x="3244452" y="3811042"/>
            <a:ext cx="547800" cy="3078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chemeClr val="dk2"/>
                </a:solidFill>
              </a:rPr>
              <a:t>150psi</a:t>
            </a:r>
            <a:endParaRPr sz="800" b="1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881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6D7A3891-7B2F-8251-F296-37717378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7C8D4309-0430-202F-BE55-B3134847F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Overview</a:t>
            </a:r>
            <a:endParaRPr/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8DEA92B7-C642-091C-B8CD-790AB9961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Fuel &amp; Oxidizer Tank Sub-system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Isolates and controls the pressurized gas and delivers the propellants into the combustion chamber</a:t>
            </a:r>
            <a:endParaRPr dirty="0"/>
          </a:p>
        </p:txBody>
      </p:sp>
      <p:cxnSp>
        <p:nvCxnSpPr>
          <p:cNvPr id="2" name="Google Shape;231;p16">
            <a:extLst>
              <a:ext uri="{FF2B5EF4-FFF2-40B4-BE49-F238E27FC236}">
                <a16:creationId xmlns:a16="http://schemas.microsoft.com/office/drawing/2014/main" id="{5AA858A3-955A-099F-5E27-F0730A8F7C37}"/>
              </a:ext>
            </a:extLst>
          </p:cNvPr>
          <p:cNvCxnSpPr/>
          <p:nvPr/>
        </p:nvCxnSpPr>
        <p:spPr>
          <a:xfrm>
            <a:off x="945387" y="3277064"/>
            <a:ext cx="3297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232;p16">
            <a:extLst>
              <a:ext uri="{FF2B5EF4-FFF2-40B4-BE49-F238E27FC236}">
                <a16:creationId xmlns:a16="http://schemas.microsoft.com/office/drawing/2014/main" id="{E5C44C14-DC7A-80A3-BA99-6B7CCE7B72C8}"/>
              </a:ext>
            </a:extLst>
          </p:cNvPr>
          <p:cNvSpPr txBox="1"/>
          <p:nvPr/>
        </p:nvSpPr>
        <p:spPr>
          <a:xfrm>
            <a:off x="727784" y="4197775"/>
            <a:ext cx="1468200" cy="5007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From Distribution</a:t>
            </a:r>
            <a:endParaRPr sz="1800" dirty="0">
              <a:solidFill>
                <a:schemeClr val="dk2"/>
              </a:solidFill>
            </a:endParaRPr>
          </a:p>
        </p:txBody>
      </p:sp>
      <p:grpSp>
        <p:nvGrpSpPr>
          <p:cNvPr id="4" name="Google Shape;233;p16">
            <a:extLst>
              <a:ext uri="{FF2B5EF4-FFF2-40B4-BE49-F238E27FC236}">
                <a16:creationId xmlns:a16="http://schemas.microsoft.com/office/drawing/2014/main" id="{38636616-2485-93EF-9973-EF8B480025E6}"/>
              </a:ext>
            </a:extLst>
          </p:cNvPr>
          <p:cNvGrpSpPr/>
          <p:nvPr/>
        </p:nvGrpSpPr>
        <p:grpSpPr>
          <a:xfrm rot="10800000">
            <a:off x="1268754" y="3162764"/>
            <a:ext cx="395400" cy="399847"/>
            <a:chOff x="457200" y="2122028"/>
            <a:chExt cx="395400" cy="399847"/>
          </a:xfrm>
        </p:grpSpPr>
        <p:grpSp>
          <p:nvGrpSpPr>
            <p:cNvPr id="5" name="Google Shape;234;p16">
              <a:extLst>
                <a:ext uri="{FF2B5EF4-FFF2-40B4-BE49-F238E27FC236}">
                  <a16:creationId xmlns:a16="http://schemas.microsoft.com/office/drawing/2014/main" id="{1F8FB42A-153E-DF9F-B625-E60E6C281B7C}"/>
                </a:ext>
              </a:extLst>
            </p:cNvPr>
            <p:cNvGrpSpPr/>
            <p:nvPr/>
          </p:nvGrpSpPr>
          <p:grpSpPr>
            <a:xfrm>
              <a:off x="457200" y="2293275"/>
              <a:ext cx="395400" cy="228600"/>
              <a:chOff x="457200" y="911400"/>
              <a:chExt cx="395400" cy="228600"/>
            </a:xfrm>
          </p:grpSpPr>
          <p:grpSp>
            <p:nvGrpSpPr>
              <p:cNvPr id="9" name="Google Shape;235;p16">
                <a:extLst>
                  <a:ext uri="{FF2B5EF4-FFF2-40B4-BE49-F238E27FC236}">
                    <a16:creationId xmlns:a16="http://schemas.microsoft.com/office/drawing/2014/main" id="{3BB9913D-E7DD-DA19-40E9-274798C26CB4}"/>
                  </a:ext>
                </a:extLst>
              </p:cNvPr>
              <p:cNvGrpSpPr/>
              <p:nvPr/>
            </p:nvGrpSpPr>
            <p:grpSpPr>
              <a:xfrm>
                <a:off x="457200" y="911400"/>
                <a:ext cx="395400" cy="228600"/>
                <a:chOff x="1413125" y="1836875"/>
                <a:chExt cx="395400" cy="228600"/>
              </a:xfrm>
            </p:grpSpPr>
            <p:sp>
              <p:nvSpPr>
                <p:cNvPr id="11" name="Google Shape;236;p16">
                  <a:extLst>
                    <a:ext uri="{FF2B5EF4-FFF2-40B4-BE49-F238E27FC236}">
                      <a16:creationId xmlns:a16="http://schemas.microsoft.com/office/drawing/2014/main" id="{714D12D0-5648-50AE-6094-30CA40D9D2DC}"/>
                    </a:ext>
                  </a:extLst>
                </p:cNvPr>
                <p:cNvSpPr/>
                <p:nvPr/>
              </p:nvSpPr>
              <p:spPr>
                <a:xfrm rot="5400000">
                  <a:off x="13976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" name="Google Shape;237;p16">
                  <a:extLst>
                    <a:ext uri="{FF2B5EF4-FFF2-40B4-BE49-F238E27FC236}">
                      <a16:creationId xmlns:a16="http://schemas.microsoft.com/office/drawing/2014/main" id="{BE275C7C-1252-0D33-C88E-EAE120C8BDA7}"/>
                    </a:ext>
                  </a:extLst>
                </p:cNvPr>
                <p:cNvSpPr/>
                <p:nvPr/>
              </p:nvSpPr>
              <p:spPr>
                <a:xfrm rot="-5400000">
                  <a:off x="15953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" name="Google Shape;238;p16">
                <a:extLst>
                  <a:ext uri="{FF2B5EF4-FFF2-40B4-BE49-F238E27FC236}">
                    <a16:creationId xmlns:a16="http://schemas.microsoft.com/office/drawing/2014/main" id="{00253873-A59C-6C44-1641-7A4B0996C8B2}"/>
                  </a:ext>
                </a:extLst>
              </p:cNvPr>
              <p:cNvSpPr/>
              <p:nvPr/>
            </p:nvSpPr>
            <p:spPr>
              <a:xfrm>
                <a:off x="540600" y="911400"/>
                <a:ext cx="228600" cy="228600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239;p16">
              <a:extLst>
                <a:ext uri="{FF2B5EF4-FFF2-40B4-BE49-F238E27FC236}">
                  <a16:creationId xmlns:a16="http://schemas.microsoft.com/office/drawing/2014/main" id="{E09B5CC0-0E3D-CD81-30E3-9B76877AC8B1}"/>
                </a:ext>
              </a:extLst>
            </p:cNvPr>
            <p:cNvGrpSpPr/>
            <p:nvPr/>
          </p:nvGrpSpPr>
          <p:grpSpPr>
            <a:xfrm>
              <a:off x="595950" y="2122028"/>
              <a:ext cx="117900" cy="171247"/>
              <a:chOff x="595950" y="335700"/>
              <a:chExt cx="117900" cy="171247"/>
            </a:xfrm>
          </p:grpSpPr>
          <p:cxnSp>
            <p:nvCxnSpPr>
              <p:cNvPr id="7" name="Google Shape;240;p16">
                <a:extLst>
                  <a:ext uri="{FF2B5EF4-FFF2-40B4-BE49-F238E27FC236}">
                    <a16:creationId xmlns:a16="http://schemas.microsoft.com/office/drawing/2014/main" id="{31EEB39D-D69F-15FE-260A-CA3F391A81A3}"/>
                  </a:ext>
                </a:extLst>
              </p:cNvPr>
              <p:cNvCxnSpPr>
                <a:stCxn id="10" idx="0"/>
              </p:cNvCxnSpPr>
              <p:nvPr/>
            </p:nvCxnSpPr>
            <p:spPr>
              <a:xfrm rot="10800000">
                <a:off x="654900" y="453547"/>
                <a:ext cx="0" cy="534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" name="Google Shape;241;p16">
                <a:extLst>
                  <a:ext uri="{FF2B5EF4-FFF2-40B4-BE49-F238E27FC236}">
                    <a16:creationId xmlns:a16="http://schemas.microsoft.com/office/drawing/2014/main" id="{5B54E9F4-3C49-720F-B683-992C0B69F67E}"/>
                  </a:ext>
                </a:extLst>
              </p:cNvPr>
              <p:cNvSpPr/>
              <p:nvPr/>
            </p:nvSpPr>
            <p:spPr>
              <a:xfrm rot="108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/>
                  <a:t>P</a:t>
                </a:r>
                <a:endParaRPr sz="600"/>
              </a:p>
            </p:txBody>
          </p:sp>
        </p:grpSp>
      </p:grpSp>
      <p:cxnSp>
        <p:nvCxnSpPr>
          <p:cNvPr id="13" name="Google Shape;242;p16">
            <a:extLst>
              <a:ext uri="{FF2B5EF4-FFF2-40B4-BE49-F238E27FC236}">
                <a16:creationId xmlns:a16="http://schemas.microsoft.com/office/drawing/2014/main" id="{ED597020-F444-E4E8-2A58-E1BF43A40033}"/>
              </a:ext>
            </a:extLst>
          </p:cNvPr>
          <p:cNvCxnSpPr/>
          <p:nvPr/>
        </p:nvCxnSpPr>
        <p:spPr>
          <a:xfrm>
            <a:off x="1670483" y="327707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" name="Google Shape;243;p16">
            <a:extLst>
              <a:ext uri="{FF2B5EF4-FFF2-40B4-BE49-F238E27FC236}">
                <a16:creationId xmlns:a16="http://schemas.microsoft.com/office/drawing/2014/main" id="{B50DCE4A-047A-78E0-AFBC-F24D7F036647}"/>
              </a:ext>
            </a:extLst>
          </p:cNvPr>
          <p:cNvGrpSpPr/>
          <p:nvPr/>
        </p:nvGrpSpPr>
        <p:grpSpPr>
          <a:xfrm>
            <a:off x="2000183" y="3162771"/>
            <a:ext cx="152400" cy="228600"/>
            <a:chOff x="578700" y="2634675"/>
            <a:chExt cx="152400" cy="228600"/>
          </a:xfrm>
        </p:grpSpPr>
        <p:cxnSp>
          <p:nvCxnSpPr>
            <p:cNvPr id="15" name="Google Shape;244;p16">
              <a:extLst>
                <a:ext uri="{FF2B5EF4-FFF2-40B4-BE49-F238E27FC236}">
                  <a16:creationId xmlns:a16="http://schemas.microsoft.com/office/drawing/2014/main" id="{8268C93F-954C-AC7E-75E8-233B457F3247}"/>
                </a:ext>
              </a:extLst>
            </p:cNvPr>
            <p:cNvCxnSpPr/>
            <p:nvPr/>
          </p:nvCxnSpPr>
          <p:spPr>
            <a:xfrm>
              <a:off x="5787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45;p16">
              <a:extLst>
                <a:ext uri="{FF2B5EF4-FFF2-40B4-BE49-F238E27FC236}">
                  <a16:creationId xmlns:a16="http://schemas.microsoft.com/office/drawing/2014/main" id="{038448E7-3ECA-1A46-E97A-BD076C60A441}"/>
                </a:ext>
              </a:extLst>
            </p:cNvPr>
            <p:cNvCxnSpPr/>
            <p:nvPr/>
          </p:nvCxnSpPr>
          <p:spPr>
            <a:xfrm>
              <a:off x="7311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246;p16">
              <a:extLst>
                <a:ext uri="{FF2B5EF4-FFF2-40B4-BE49-F238E27FC236}">
                  <a16:creationId xmlns:a16="http://schemas.microsoft.com/office/drawing/2014/main" id="{FF30595E-8D04-5AFB-0142-47945660281E}"/>
                </a:ext>
              </a:extLst>
            </p:cNvPr>
            <p:cNvCxnSpPr/>
            <p:nvPr/>
          </p:nvCxnSpPr>
          <p:spPr>
            <a:xfrm>
              <a:off x="578700" y="2674575"/>
              <a:ext cx="150600" cy="150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18" name="Google Shape;247;p16">
            <a:extLst>
              <a:ext uri="{FF2B5EF4-FFF2-40B4-BE49-F238E27FC236}">
                <a16:creationId xmlns:a16="http://schemas.microsoft.com/office/drawing/2014/main" id="{B1046CC0-109B-F812-C812-C50ED4CBBEF3}"/>
              </a:ext>
            </a:extLst>
          </p:cNvPr>
          <p:cNvCxnSpPr/>
          <p:nvPr/>
        </p:nvCxnSpPr>
        <p:spPr>
          <a:xfrm>
            <a:off x="2152583" y="327707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" name="Google Shape;248;p16">
            <a:extLst>
              <a:ext uri="{FF2B5EF4-FFF2-40B4-BE49-F238E27FC236}">
                <a16:creationId xmlns:a16="http://schemas.microsoft.com/office/drawing/2014/main" id="{44E59F90-AA48-4803-7376-5981AD7A14E5}"/>
              </a:ext>
            </a:extLst>
          </p:cNvPr>
          <p:cNvGrpSpPr/>
          <p:nvPr/>
        </p:nvGrpSpPr>
        <p:grpSpPr>
          <a:xfrm rot="-5400000">
            <a:off x="1205719" y="3640328"/>
            <a:ext cx="395400" cy="354671"/>
            <a:chOff x="457200" y="1749604"/>
            <a:chExt cx="395400" cy="354671"/>
          </a:xfrm>
        </p:grpSpPr>
        <p:grpSp>
          <p:nvGrpSpPr>
            <p:cNvPr id="20" name="Google Shape;249;p16">
              <a:extLst>
                <a:ext uri="{FF2B5EF4-FFF2-40B4-BE49-F238E27FC236}">
                  <a16:creationId xmlns:a16="http://schemas.microsoft.com/office/drawing/2014/main" id="{247F9445-EA38-3E53-552A-BEFB5E559774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24" name="Google Shape;250;p16">
                <a:extLst>
                  <a:ext uri="{FF2B5EF4-FFF2-40B4-BE49-F238E27FC236}">
                    <a16:creationId xmlns:a16="http://schemas.microsoft.com/office/drawing/2014/main" id="{E4D99E5A-425E-32A8-80BF-BB0DB7FDA488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" name="Google Shape;251;p16">
                <a:extLst>
                  <a:ext uri="{FF2B5EF4-FFF2-40B4-BE49-F238E27FC236}">
                    <a16:creationId xmlns:a16="http://schemas.microsoft.com/office/drawing/2014/main" id="{8CD2F2C2-19F0-55C9-213C-74FC998E78F0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52;p16">
              <a:extLst>
                <a:ext uri="{FF2B5EF4-FFF2-40B4-BE49-F238E27FC236}">
                  <a16:creationId xmlns:a16="http://schemas.microsoft.com/office/drawing/2014/main" id="{6C989B44-6C0C-7E7A-A815-300D8DD76BB2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22" name="Google Shape;253;p16">
                <a:extLst>
                  <a:ext uri="{FF2B5EF4-FFF2-40B4-BE49-F238E27FC236}">
                    <a16:creationId xmlns:a16="http://schemas.microsoft.com/office/drawing/2014/main" id="{7069111B-6249-340A-86DE-72599CC1D6B1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3" name="Google Shape;254;p16">
                <a:extLst>
                  <a:ext uri="{FF2B5EF4-FFF2-40B4-BE49-F238E27FC236}">
                    <a16:creationId xmlns:a16="http://schemas.microsoft.com/office/drawing/2014/main" id="{42D06AE8-648E-8CC7-64F6-8FE808A6029D}"/>
                  </a:ext>
                </a:extLst>
              </p:cNvPr>
              <p:cNvSpPr/>
              <p:nvPr/>
            </p:nvSpPr>
            <p:spPr>
              <a:xfrm rot="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/>
                  <a:t>S</a:t>
                </a:r>
                <a:endParaRPr sz="600"/>
              </a:p>
            </p:txBody>
          </p:sp>
        </p:grpSp>
      </p:grpSp>
      <p:cxnSp>
        <p:nvCxnSpPr>
          <p:cNvPr id="26" name="Google Shape;255;p16">
            <a:extLst>
              <a:ext uri="{FF2B5EF4-FFF2-40B4-BE49-F238E27FC236}">
                <a16:creationId xmlns:a16="http://schemas.microsoft.com/office/drawing/2014/main" id="{D94F96B7-C07A-4F16-EFDC-9842A8252F58}"/>
              </a:ext>
            </a:extLst>
          </p:cNvPr>
          <p:cNvCxnSpPr>
            <a:cxnSpLocks/>
          </p:cNvCxnSpPr>
          <p:nvPr/>
        </p:nvCxnSpPr>
        <p:spPr>
          <a:xfrm flipV="1">
            <a:off x="1466454" y="3562623"/>
            <a:ext cx="0" cy="60534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56;p16">
            <a:extLst>
              <a:ext uri="{FF2B5EF4-FFF2-40B4-BE49-F238E27FC236}">
                <a16:creationId xmlns:a16="http://schemas.microsoft.com/office/drawing/2014/main" id="{2E3AFDF6-CD98-1054-9CA3-9B2B5F56D9D5}"/>
              </a:ext>
            </a:extLst>
          </p:cNvPr>
          <p:cNvCxnSpPr>
            <a:cxnSpLocks/>
          </p:cNvCxnSpPr>
          <p:nvPr/>
        </p:nvCxnSpPr>
        <p:spPr>
          <a:xfrm flipV="1">
            <a:off x="1464226" y="4015373"/>
            <a:ext cx="0" cy="165797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257;p16">
            <a:extLst>
              <a:ext uri="{FF2B5EF4-FFF2-40B4-BE49-F238E27FC236}">
                <a16:creationId xmlns:a16="http://schemas.microsoft.com/office/drawing/2014/main" id="{2E52F7A3-175C-F97C-3DED-C57719D67E50}"/>
              </a:ext>
            </a:extLst>
          </p:cNvPr>
          <p:cNvCxnSpPr/>
          <p:nvPr/>
        </p:nvCxnSpPr>
        <p:spPr>
          <a:xfrm rot="5400000">
            <a:off x="2317433" y="311222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258;p16">
            <a:extLst>
              <a:ext uri="{FF2B5EF4-FFF2-40B4-BE49-F238E27FC236}">
                <a16:creationId xmlns:a16="http://schemas.microsoft.com/office/drawing/2014/main" id="{EA6E2B7C-69B0-62EE-064F-FA75E61FDFE7}"/>
              </a:ext>
            </a:extLst>
          </p:cNvPr>
          <p:cNvCxnSpPr/>
          <p:nvPr/>
        </p:nvCxnSpPr>
        <p:spPr>
          <a:xfrm>
            <a:off x="2482283" y="3277071"/>
            <a:ext cx="5412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259;p16">
            <a:extLst>
              <a:ext uri="{FF2B5EF4-FFF2-40B4-BE49-F238E27FC236}">
                <a16:creationId xmlns:a16="http://schemas.microsoft.com/office/drawing/2014/main" id="{AD64ABAC-B829-6D98-477E-D768C4F68B4D}"/>
              </a:ext>
            </a:extLst>
          </p:cNvPr>
          <p:cNvCxnSpPr/>
          <p:nvPr/>
        </p:nvCxnSpPr>
        <p:spPr>
          <a:xfrm rot="5400000">
            <a:off x="2317433" y="344192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" name="Google Shape;260;p16">
            <a:extLst>
              <a:ext uri="{FF2B5EF4-FFF2-40B4-BE49-F238E27FC236}">
                <a16:creationId xmlns:a16="http://schemas.microsoft.com/office/drawing/2014/main" id="{4EB3AEF8-86A8-110C-4E61-15CE513FBCC3}"/>
              </a:ext>
            </a:extLst>
          </p:cNvPr>
          <p:cNvGrpSpPr/>
          <p:nvPr/>
        </p:nvGrpSpPr>
        <p:grpSpPr>
          <a:xfrm>
            <a:off x="2366543" y="2544989"/>
            <a:ext cx="312000" cy="402370"/>
            <a:chOff x="540600" y="1275600"/>
            <a:chExt cx="312000" cy="402370"/>
          </a:xfrm>
        </p:grpSpPr>
        <p:sp>
          <p:nvSpPr>
            <p:cNvPr id="32" name="Google Shape;261;p16">
              <a:extLst>
                <a:ext uri="{FF2B5EF4-FFF2-40B4-BE49-F238E27FC236}">
                  <a16:creationId xmlns:a16="http://schemas.microsoft.com/office/drawing/2014/main" id="{04575860-88AA-F976-4927-722ACE14967F}"/>
                </a:ext>
              </a:extLst>
            </p:cNvPr>
            <p:cNvSpPr/>
            <p:nvPr/>
          </p:nvSpPr>
          <p:spPr>
            <a:xfrm>
              <a:off x="540600" y="148027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62;p16">
              <a:extLst>
                <a:ext uri="{FF2B5EF4-FFF2-40B4-BE49-F238E27FC236}">
                  <a16:creationId xmlns:a16="http://schemas.microsoft.com/office/drawing/2014/main" id="{DD883C74-CA46-ED6E-4686-D201B57BEAFE}"/>
                </a:ext>
              </a:extLst>
            </p:cNvPr>
            <p:cNvSpPr/>
            <p:nvPr/>
          </p:nvSpPr>
          <p:spPr>
            <a:xfrm rot="-5400000">
              <a:off x="639450" y="138105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" name="Google Shape;263;p16">
              <a:extLst>
                <a:ext uri="{FF2B5EF4-FFF2-40B4-BE49-F238E27FC236}">
                  <a16:creationId xmlns:a16="http://schemas.microsoft.com/office/drawing/2014/main" id="{43855911-A6DA-ED8F-BCB9-8068AC5A57EF}"/>
                </a:ext>
              </a:extLst>
            </p:cNvPr>
            <p:cNvCxnSpPr>
              <a:stCxn id="33" idx="0"/>
            </p:cNvCxnSpPr>
            <p:nvPr/>
          </p:nvCxnSpPr>
          <p:spPr>
            <a:xfrm rot="10800000">
              <a:off x="654900" y="1275600"/>
              <a:ext cx="0" cy="2043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264;p16">
              <a:extLst>
                <a:ext uri="{FF2B5EF4-FFF2-40B4-BE49-F238E27FC236}">
                  <a16:creationId xmlns:a16="http://schemas.microsoft.com/office/drawing/2014/main" id="{9AA725F3-8FA8-53D7-8E98-AC3C62D7C932}"/>
                </a:ext>
              </a:extLst>
            </p:cNvPr>
            <p:cNvCxnSpPr/>
            <p:nvPr/>
          </p:nvCxnSpPr>
          <p:spPr>
            <a:xfrm>
              <a:off x="603900" y="134087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265;p16">
              <a:extLst>
                <a:ext uri="{FF2B5EF4-FFF2-40B4-BE49-F238E27FC236}">
                  <a16:creationId xmlns:a16="http://schemas.microsoft.com/office/drawing/2014/main" id="{C4D21AB6-2167-71A0-2D25-7888AA234217}"/>
                </a:ext>
              </a:extLst>
            </p:cNvPr>
            <p:cNvCxnSpPr/>
            <p:nvPr/>
          </p:nvCxnSpPr>
          <p:spPr>
            <a:xfrm>
              <a:off x="603900" y="140822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" name="Google Shape;266;p16">
            <a:extLst>
              <a:ext uri="{FF2B5EF4-FFF2-40B4-BE49-F238E27FC236}">
                <a16:creationId xmlns:a16="http://schemas.microsoft.com/office/drawing/2014/main" id="{C885D157-8B82-75FE-9F74-B2832ECEE145}"/>
              </a:ext>
            </a:extLst>
          </p:cNvPr>
          <p:cNvGrpSpPr/>
          <p:nvPr/>
        </p:nvGrpSpPr>
        <p:grpSpPr>
          <a:xfrm rot="5400000">
            <a:off x="2343777" y="3627138"/>
            <a:ext cx="395400" cy="354671"/>
            <a:chOff x="457200" y="1749604"/>
            <a:chExt cx="395400" cy="354671"/>
          </a:xfrm>
        </p:grpSpPr>
        <p:grpSp>
          <p:nvGrpSpPr>
            <p:cNvPr id="38" name="Google Shape;267;p16">
              <a:extLst>
                <a:ext uri="{FF2B5EF4-FFF2-40B4-BE49-F238E27FC236}">
                  <a16:creationId xmlns:a16="http://schemas.microsoft.com/office/drawing/2014/main" id="{377701D2-BE35-E130-10D1-3458DD91E9C6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42" name="Google Shape;268;p16">
                <a:extLst>
                  <a:ext uri="{FF2B5EF4-FFF2-40B4-BE49-F238E27FC236}">
                    <a16:creationId xmlns:a16="http://schemas.microsoft.com/office/drawing/2014/main" id="{F68C570D-E9B1-4E36-5DBB-55FEA4AB5546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69;p16">
                <a:extLst>
                  <a:ext uri="{FF2B5EF4-FFF2-40B4-BE49-F238E27FC236}">
                    <a16:creationId xmlns:a16="http://schemas.microsoft.com/office/drawing/2014/main" id="{D3EB22B2-3F6F-32D0-E92F-7666DD817A5B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270;p16">
              <a:extLst>
                <a:ext uri="{FF2B5EF4-FFF2-40B4-BE49-F238E27FC236}">
                  <a16:creationId xmlns:a16="http://schemas.microsoft.com/office/drawing/2014/main" id="{FA97074C-A233-EE83-41DE-B0B94A0C91B8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40" name="Google Shape;271;p16">
                <a:extLst>
                  <a:ext uri="{FF2B5EF4-FFF2-40B4-BE49-F238E27FC236}">
                    <a16:creationId xmlns:a16="http://schemas.microsoft.com/office/drawing/2014/main" id="{86D806BF-63C3-1BCF-621B-49842597D593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1" name="Google Shape;272;p16">
                <a:extLst>
                  <a:ext uri="{FF2B5EF4-FFF2-40B4-BE49-F238E27FC236}">
                    <a16:creationId xmlns:a16="http://schemas.microsoft.com/office/drawing/2014/main" id="{8D3B66B0-80EF-624F-0830-7A1E92AB45FD}"/>
                  </a:ext>
                </a:extLst>
              </p:cNvPr>
              <p:cNvSpPr/>
              <p:nvPr/>
            </p:nvSpPr>
            <p:spPr>
              <a:xfrm rot="-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/>
                  <a:t>S</a:t>
                </a:r>
                <a:endParaRPr sz="600"/>
              </a:p>
            </p:txBody>
          </p:sp>
        </p:grpSp>
      </p:grpSp>
      <p:cxnSp>
        <p:nvCxnSpPr>
          <p:cNvPr id="44" name="Google Shape;273;p16">
            <a:extLst>
              <a:ext uri="{FF2B5EF4-FFF2-40B4-BE49-F238E27FC236}">
                <a16:creationId xmlns:a16="http://schemas.microsoft.com/office/drawing/2014/main" id="{642EDE74-573C-5AFD-95B6-A4C9B99143FF}"/>
              </a:ext>
            </a:extLst>
          </p:cNvPr>
          <p:cNvCxnSpPr>
            <a:cxnSpLocks/>
          </p:cNvCxnSpPr>
          <p:nvPr/>
        </p:nvCxnSpPr>
        <p:spPr>
          <a:xfrm>
            <a:off x="3018729" y="3202671"/>
            <a:ext cx="0" cy="74381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274;p16">
            <a:extLst>
              <a:ext uri="{FF2B5EF4-FFF2-40B4-BE49-F238E27FC236}">
                <a16:creationId xmlns:a16="http://schemas.microsoft.com/office/drawing/2014/main" id="{C25E8155-7F58-6A15-19D4-8F643548953E}"/>
              </a:ext>
            </a:extLst>
          </p:cNvPr>
          <p:cNvSpPr/>
          <p:nvPr/>
        </p:nvSpPr>
        <p:spPr>
          <a:xfrm>
            <a:off x="2904429" y="2973393"/>
            <a:ext cx="228600" cy="2286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PT</a:t>
            </a:r>
            <a:endParaRPr sz="600"/>
          </a:p>
        </p:txBody>
      </p:sp>
      <p:cxnSp>
        <p:nvCxnSpPr>
          <p:cNvPr id="46" name="Google Shape;275;p16">
            <a:extLst>
              <a:ext uri="{FF2B5EF4-FFF2-40B4-BE49-F238E27FC236}">
                <a16:creationId xmlns:a16="http://schemas.microsoft.com/office/drawing/2014/main" id="{557ECC60-5DD8-D08A-711D-8AE4A4F0687C}"/>
              </a:ext>
            </a:extLst>
          </p:cNvPr>
          <p:cNvCxnSpPr/>
          <p:nvPr/>
        </p:nvCxnSpPr>
        <p:spPr>
          <a:xfrm>
            <a:off x="3018733" y="327707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276;p16">
            <a:extLst>
              <a:ext uri="{FF2B5EF4-FFF2-40B4-BE49-F238E27FC236}">
                <a16:creationId xmlns:a16="http://schemas.microsoft.com/office/drawing/2014/main" id="{8073E13B-82C2-FC9A-F06B-60CCAE5BBD64}"/>
              </a:ext>
            </a:extLst>
          </p:cNvPr>
          <p:cNvSpPr/>
          <p:nvPr/>
        </p:nvSpPr>
        <p:spPr>
          <a:xfrm>
            <a:off x="3353183" y="3126914"/>
            <a:ext cx="687600" cy="300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Fuel/Ox</a:t>
            </a:r>
            <a:endParaRPr sz="800"/>
          </a:p>
        </p:txBody>
      </p:sp>
      <p:cxnSp>
        <p:nvCxnSpPr>
          <p:cNvPr id="48" name="Google Shape;277;p16">
            <a:extLst>
              <a:ext uri="{FF2B5EF4-FFF2-40B4-BE49-F238E27FC236}">
                <a16:creationId xmlns:a16="http://schemas.microsoft.com/office/drawing/2014/main" id="{D26B5328-B712-15FB-2CC1-A359879EDA0C}"/>
              </a:ext>
            </a:extLst>
          </p:cNvPr>
          <p:cNvCxnSpPr/>
          <p:nvPr/>
        </p:nvCxnSpPr>
        <p:spPr>
          <a:xfrm>
            <a:off x="4040783" y="327707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Google Shape;278;p16">
            <a:extLst>
              <a:ext uri="{FF2B5EF4-FFF2-40B4-BE49-F238E27FC236}">
                <a16:creationId xmlns:a16="http://schemas.microsoft.com/office/drawing/2014/main" id="{BBB490A9-B7C7-E205-696F-BAA3C12FEE89}"/>
              </a:ext>
            </a:extLst>
          </p:cNvPr>
          <p:cNvCxnSpPr>
            <a:cxnSpLocks/>
          </p:cNvCxnSpPr>
          <p:nvPr/>
        </p:nvCxnSpPr>
        <p:spPr>
          <a:xfrm>
            <a:off x="4367704" y="3126914"/>
            <a:ext cx="0" cy="147268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" name="Google Shape;279;p16">
            <a:extLst>
              <a:ext uri="{FF2B5EF4-FFF2-40B4-BE49-F238E27FC236}">
                <a16:creationId xmlns:a16="http://schemas.microsoft.com/office/drawing/2014/main" id="{A302043D-EE79-423A-377E-E766E32D48BD}"/>
              </a:ext>
            </a:extLst>
          </p:cNvPr>
          <p:cNvGrpSpPr/>
          <p:nvPr/>
        </p:nvGrpSpPr>
        <p:grpSpPr>
          <a:xfrm rot="-5400000">
            <a:off x="4177541" y="2812025"/>
            <a:ext cx="395400" cy="228600"/>
            <a:chOff x="457200" y="911400"/>
            <a:chExt cx="395400" cy="228600"/>
          </a:xfrm>
        </p:grpSpPr>
        <p:grpSp>
          <p:nvGrpSpPr>
            <p:cNvPr id="51" name="Google Shape;280;p16">
              <a:extLst>
                <a:ext uri="{FF2B5EF4-FFF2-40B4-BE49-F238E27FC236}">
                  <a16:creationId xmlns:a16="http://schemas.microsoft.com/office/drawing/2014/main" id="{2DFCE728-9221-C11F-AA4B-BF9AC26C1FA8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53" name="Google Shape;281;p16">
                <a:extLst>
                  <a:ext uri="{FF2B5EF4-FFF2-40B4-BE49-F238E27FC236}">
                    <a16:creationId xmlns:a16="http://schemas.microsoft.com/office/drawing/2014/main" id="{4407C938-E8B5-0CD5-53D4-FC57FEEDBA71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82;p16">
                <a:extLst>
                  <a:ext uri="{FF2B5EF4-FFF2-40B4-BE49-F238E27FC236}">
                    <a16:creationId xmlns:a16="http://schemas.microsoft.com/office/drawing/2014/main" id="{FF2D2D29-59DE-D45E-70DF-30A9A2D1A1C4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" name="Google Shape;283;p16">
              <a:extLst>
                <a:ext uri="{FF2B5EF4-FFF2-40B4-BE49-F238E27FC236}">
                  <a16:creationId xmlns:a16="http://schemas.microsoft.com/office/drawing/2014/main" id="{D67C5050-D790-BDC4-B2A2-67C7EC29EF86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284;p16">
            <a:extLst>
              <a:ext uri="{FF2B5EF4-FFF2-40B4-BE49-F238E27FC236}">
                <a16:creationId xmlns:a16="http://schemas.microsoft.com/office/drawing/2014/main" id="{862946F7-9769-7800-D616-88AEC2C48D3E}"/>
              </a:ext>
            </a:extLst>
          </p:cNvPr>
          <p:cNvGrpSpPr/>
          <p:nvPr/>
        </p:nvGrpSpPr>
        <p:grpSpPr>
          <a:xfrm rot="-5400000">
            <a:off x="4345500" y="2441144"/>
            <a:ext cx="59473" cy="228600"/>
            <a:chOff x="625163" y="3317475"/>
            <a:chExt cx="59473" cy="228600"/>
          </a:xfrm>
        </p:grpSpPr>
        <p:cxnSp>
          <p:nvCxnSpPr>
            <p:cNvPr id="56" name="Google Shape;285;p16">
              <a:extLst>
                <a:ext uri="{FF2B5EF4-FFF2-40B4-BE49-F238E27FC236}">
                  <a16:creationId xmlns:a16="http://schemas.microsoft.com/office/drawing/2014/main" id="{B497EEAC-38E8-30A3-2FCB-7E87EE9499B9}"/>
                </a:ext>
              </a:extLst>
            </p:cNvPr>
            <p:cNvCxnSpPr/>
            <p:nvPr/>
          </p:nvCxnSpPr>
          <p:spPr>
            <a:xfrm>
              <a:off x="625163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286;p16">
              <a:extLst>
                <a:ext uri="{FF2B5EF4-FFF2-40B4-BE49-F238E27FC236}">
                  <a16:creationId xmlns:a16="http://schemas.microsoft.com/office/drawing/2014/main" id="{35D8E94B-B4AD-30A8-984B-FD202CA71934}"/>
                </a:ext>
              </a:extLst>
            </p:cNvPr>
            <p:cNvCxnSpPr/>
            <p:nvPr/>
          </p:nvCxnSpPr>
          <p:spPr>
            <a:xfrm>
              <a:off x="684637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" name="Google Shape;287;p16">
            <a:extLst>
              <a:ext uri="{FF2B5EF4-FFF2-40B4-BE49-F238E27FC236}">
                <a16:creationId xmlns:a16="http://schemas.microsoft.com/office/drawing/2014/main" id="{7C42C63B-8C78-CD5C-0016-B4C0F7B1D748}"/>
              </a:ext>
            </a:extLst>
          </p:cNvPr>
          <p:cNvSpPr/>
          <p:nvPr/>
        </p:nvSpPr>
        <p:spPr>
          <a:xfrm rot="10800000">
            <a:off x="2367983" y="4331864"/>
            <a:ext cx="228600" cy="1977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Google Shape;288;p16">
            <a:extLst>
              <a:ext uri="{FF2B5EF4-FFF2-40B4-BE49-F238E27FC236}">
                <a16:creationId xmlns:a16="http://schemas.microsoft.com/office/drawing/2014/main" id="{D94EC98E-165C-78D7-22AC-A9CBA3344F0E}"/>
              </a:ext>
            </a:extLst>
          </p:cNvPr>
          <p:cNvCxnSpPr/>
          <p:nvPr/>
        </p:nvCxnSpPr>
        <p:spPr>
          <a:xfrm rot="5400000">
            <a:off x="2317433" y="416702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289;p16">
            <a:extLst>
              <a:ext uri="{FF2B5EF4-FFF2-40B4-BE49-F238E27FC236}">
                <a16:creationId xmlns:a16="http://schemas.microsoft.com/office/drawing/2014/main" id="{0C9B4752-C769-7E34-3C6D-98B912DA089A}"/>
              </a:ext>
            </a:extLst>
          </p:cNvPr>
          <p:cNvCxnSpPr>
            <a:cxnSpLocks/>
          </p:cNvCxnSpPr>
          <p:nvPr/>
        </p:nvCxnSpPr>
        <p:spPr>
          <a:xfrm>
            <a:off x="4375237" y="2585182"/>
            <a:ext cx="0" cy="14343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290;p16">
            <a:extLst>
              <a:ext uri="{FF2B5EF4-FFF2-40B4-BE49-F238E27FC236}">
                <a16:creationId xmlns:a16="http://schemas.microsoft.com/office/drawing/2014/main" id="{86F42DC0-E106-7A1A-9ECE-A288D3F4CF67}"/>
              </a:ext>
            </a:extLst>
          </p:cNvPr>
          <p:cNvSpPr/>
          <p:nvPr/>
        </p:nvSpPr>
        <p:spPr>
          <a:xfrm>
            <a:off x="4587862" y="2387469"/>
            <a:ext cx="228600" cy="1977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2" name="Google Shape;291;p16">
            <a:extLst>
              <a:ext uri="{FF2B5EF4-FFF2-40B4-BE49-F238E27FC236}">
                <a16:creationId xmlns:a16="http://schemas.microsoft.com/office/drawing/2014/main" id="{A2D8CE6B-6790-881E-2D03-CF734C937996}"/>
              </a:ext>
            </a:extLst>
          </p:cNvPr>
          <p:cNvCxnSpPr/>
          <p:nvPr/>
        </p:nvCxnSpPr>
        <p:spPr>
          <a:xfrm>
            <a:off x="4367708" y="327707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292;p16">
            <a:extLst>
              <a:ext uri="{FF2B5EF4-FFF2-40B4-BE49-F238E27FC236}">
                <a16:creationId xmlns:a16="http://schemas.microsoft.com/office/drawing/2014/main" id="{5D84BA6D-18A0-F8B8-3357-2630E4A60F51}"/>
              </a:ext>
            </a:extLst>
          </p:cNvPr>
          <p:cNvCxnSpPr>
            <a:cxnSpLocks/>
          </p:cNvCxnSpPr>
          <p:nvPr/>
        </p:nvCxnSpPr>
        <p:spPr>
          <a:xfrm>
            <a:off x="4694629" y="3126914"/>
            <a:ext cx="0" cy="147268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4" name="Google Shape;293;p16">
            <a:extLst>
              <a:ext uri="{FF2B5EF4-FFF2-40B4-BE49-F238E27FC236}">
                <a16:creationId xmlns:a16="http://schemas.microsoft.com/office/drawing/2014/main" id="{01C8E7FB-B666-5277-10A7-80CD1C10DFF6}"/>
              </a:ext>
            </a:extLst>
          </p:cNvPr>
          <p:cNvGrpSpPr/>
          <p:nvPr/>
        </p:nvGrpSpPr>
        <p:grpSpPr>
          <a:xfrm rot="-5400000">
            <a:off x="4504466" y="2812025"/>
            <a:ext cx="395400" cy="228600"/>
            <a:chOff x="457200" y="911400"/>
            <a:chExt cx="395400" cy="228600"/>
          </a:xfrm>
        </p:grpSpPr>
        <p:grpSp>
          <p:nvGrpSpPr>
            <p:cNvPr id="65" name="Google Shape;294;p16">
              <a:extLst>
                <a:ext uri="{FF2B5EF4-FFF2-40B4-BE49-F238E27FC236}">
                  <a16:creationId xmlns:a16="http://schemas.microsoft.com/office/drawing/2014/main" id="{B4497515-6C8A-EAFF-A271-700A63869EC5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67" name="Google Shape;295;p16">
                <a:extLst>
                  <a:ext uri="{FF2B5EF4-FFF2-40B4-BE49-F238E27FC236}">
                    <a16:creationId xmlns:a16="http://schemas.microsoft.com/office/drawing/2014/main" id="{371BF619-DAF8-4FC2-1BE8-56869355E26F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296;p16">
                <a:extLst>
                  <a:ext uri="{FF2B5EF4-FFF2-40B4-BE49-F238E27FC236}">
                    <a16:creationId xmlns:a16="http://schemas.microsoft.com/office/drawing/2014/main" id="{6D295057-45EA-30A8-9DAA-98B8533A26FE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" name="Google Shape;297;p16">
              <a:extLst>
                <a:ext uri="{FF2B5EF4-FFF2-40B4-BE49-F238E27FC236}">
                  <a16:creationId xmlns:a16="http://schemas.microsoft.com/office/drawing/2014/main" id="{C26E7E9B-3A34-5DA9-6A2B-05A608799D28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" name="Google Shape;298;p16">
            <a:extLst>
              <a:ext uri="{FF2B5EF4-FFF2-40B4-BE49-F238E27FC236}">
                <a16:creationId xmlns:a16="http://schemas.microsoft.com/office/drawing/2014/main" id="{11E2A3CD-CF68-AC48-2D04-D9A487EDB671}"/>
              </a:ext>
            </a:extLst>
          </p:cNvPr>
          <p:cNvCxnSpPr>
            <a:cxnSpLocks/>
          </p:cNvCxnSpPr>
          <p:nvPr/>
        </p:nvCxnSpPr>
        <p:spPr>
          <a:xfrm>
            <a:off x="4702162" y="2585182"/>
            <a:ext cx="0" cy="14343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99;p16">
            <a:extLst>
              <a:ext uri="{FF2B5EF4-FFF2-40B4-BE49-F238E27FC236}">
                <a16:creationId xmlns:a16="http://schemas.microsoft.com/office/drawing/2014/main" id="{284C0BCA-D01A-06C9-A73D-B63547518049}"/>
              </a:ext>
            </a:extLst>
          </p:cNvPr>
          <p:cNvCxnSpPr/>
          <p:nvPr/>
        </p:nvCxnSpPr>
        <p:spPr>
          <a:xfrm>
            <a:off x="4694633" y="327707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" name="Google Shape;300;p16">
            <a:extLst>
              <a:ext uri="{FF2B5EF4-FFF2-40B4-BE49-F238E27FC236}">
                <a16:creationId xmlns:a16="http://schemas.microsoft.com/office/drawing/2014/main" id="{8931DB35-90F4-6E3E-0BE6-6DAE32FA50B4}"/>
              </a:ext>
            </a:extLst>
          </p:cNvPr>
          <p:cNvGrpSpPr/>
          <p:nvPr/>
        </p:nvGrpSpPr>
        <p:grpSpPr>
          <a:xfrm>
            <a:off x="5024333" y="3162770"/>
            <a:ext cx="395400" cy="228600"/>
            <a:chOff x="457200" y="911400"/>
            <a:chExt cx="395400" cy="228600"/>
          </a:xfrm>
        </p:grpSpPr>
        <p:grpSp>
          <p:nvGrpSpPr>
            <p:cNvPr id="72" name="Google Shape;301;p16">
              <a:extLst>
                <a:ext uri="{FF2B5EF4-FFF2-40B4-BE49-F238E27FC236}">
                  <a16:creationId xmlns:a16="http://schemas.microsoft.com/office/drawing/2014/main" id="{261ABBA3-6914-7A1D-2AEB-6B70073CEE6C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74" name="Google Shape;302;p16">
                <a:extLst>
                  <a:ext uri="{FF2B5EF4-FFF2-40B4-BE49-F238E27FC236}">
                    <a16:creationId xmlns:a16="http://schemas.microsoft.com/office/drawing/2014/main" id="{5B67A8CB-2034-0B78-D0EC-8390D4F9393B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303;p16">
                <a:extLst>
                  <a:ext uri="{FF2B5EF4-FFF2-40B4-BE49-F238E27FC236}">
                    <a16:creationId xmlns:a16="http://schemas.microsoft.com/office/drawing/2014/main" id="{AB90CDCE-A1E8-EC9A-57F1-BE5C4B990916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" name="Google Shape;304;p16">
              <a:extLst>
                <a:ext uri="{FF2B5EF4-FFF2-40B4-BE49-F238E27FC236}">
                  <a16:creationId xmlns:a16="http://schemas.microsoft.com/office/drawing/2014/main" id="{D33215BA-FF82-42C8-E6B5-A15C46D15CF8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305;p16">
            <a:extLst>
              <a:ext uri="{FF2B5EF4-FFF2-40B4-BE49-F238E27FC236}">
                <a16:creationId xmlns:a16="http://schemas.microsoft.com/office/drawing/2014/main" id="{CFE58F10-80EB-B08F-C717-AEE97655993A}"/>
              </a:ext>
            </a:extLst>
          </p:cNvPr>
          <p:cNvSpPr txBox="1"/>
          <p:nvPr/>
        </p:nvSpPr>
        <p:spPr>
          <a:xfrm>
            <a:off x="4948132" y="3368047"/>
            <a:ext cx="547800" cy="6771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Only present on fuel side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77" name="Google Shape;306;p16">
            <a:extLst>
              <a:ext uri="{FF2B5EF4-FFF2-40B4-BE49-F238E27FC236}">
                <a16:creationId xmlns:a16="http://schemas.microsoft.com/office/drawing/2014/main" id="{E1D4006D-8664-4772-A724-3894ACBD99B2}"/>
              </a:ext>
            </a:extLst>
          </p:cNvPr>
          <p:cNvCxnSpPr/>
          <p:nvPr/>
        </p:nvCxnSpPr>
        <p:spPr>
          <a:xfrm>
            <a:off x="5419733" y="327707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8" name="Google Shape;307;p16">
            <a:extLst>
              <a:ext uri="{FF2B5EF4-FFF2-40B4-BE49-F238E27FC236}">
                <a16:creationId xmlns:a16="http://schemas.microsoft.com/office/drawing/2014/main" id="{0A620328-90A3-0071-8F06-E1F952D68A83}"/>
              </a:ext>
            </a:extLst>
          </p:cNvPr>
          <p:cNvGrpSpPr/>
          <p:nvPr/>
        </p:nvGrpSpPr>
        <p:grpSpPr>
          <a:xfrm>
            <a:off x="6463833" y="3162771"/>
            <a:ext cx="152400" cy="228600"/>
            <a:chOff x="578700" y="2634675"/>
            <a:chExt cx="152400" cy="228600"/>
          </a:xfrm>
        </p:grpSpPr>
        <p:cxnSp>
          <p:nvCxnSpPr>
            <p:cNvPr id="79" name="Google Shape;308;p16">
              <a:extLst>
                <a:ext uri="{FF2B5EF4-FFF2-40B4-BE49-F238E27FC236}">
                  <a16:creationId xmlns:a16="http://schemas.microsoft.com/office/drawing/2014/main" id="{10C23398-68FC-3CE6-8D4C-07C761DE42DF}"/>
                </a:ext>
              </a:extLst>
            </p:cNvPr>
            <p:cNvCxnSpPr/>
            <p:nvPr/>
          </p:nvCxnSpPr>
          <p:spPr>
            <a:xfrm>
              <a:off x="5787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309;p16">
              <a:extLst>
                <a:ext uri="{FF2B5EF4-FFF2-40B4-BE49-F238E27FC236}">
                  <a16:creationId xmlns:a16="http://schemas.microsoft.com/office/drawing/2014/main" id="{8A1CDB15-548C-4F06-08FA-162E2FD90627}"/>
                </a:ext>
              </a:extLst>
            </p:cNvPr>
            <p:cNvCxnSpPr/>
            <p:nvPr/>
          </p:nvCxnSpPr>
          <p:spPr>
            <a:xfrm>
              <a:off x="7311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310;p16">
              <a:extLst>
                <a:ext uri="{FF2B5EF4-FFF2-40B4-BE49-F238E27FC236}">
                  <a16:creationId xmlns:a16="http://schemas.microsoft.com/office/drawing/2014/main" id="{05849445-D208-9C90-6AF0-1B3709604699}"/>
                </a:ext>
              </a:extLst>
            </p:cNvPr>
            <p:cNvCxnSpPr/>
            <p:nvPr/>
          </p:nvCxnSpPr>
          <p:spPr>
            <a:xfrm>
              <a:off x="578700" y="2674575"/>
              <a:ext cx="150600" cy="150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84" name="Google Shape;311;p16">
            <a:extLst>
              <a:ext uri="{FF2B5EF4-FFF2-40B4-BE49-F238E27FC236}">
                <a16:creationId xmlns:a16="http://schemas.microsoft.com/office/drawing/2014/main" id="{4273FA1A-8A50-8CFF-37C4-AAD099AEA039}"/>
              </a:ext>
            </a:extLst>
          </p:cNvPr>
          <p:cNvCxnSpPr/>
          <p:nvPr/>
        </p:nvCxnSpPr>
        <p:spPr>
          <a:xfrm>
            <a:off x="6616237" y="3277064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5" name="Google Shape;312;p16">
            <a:extLst>
              <a:ext uri="{FF2B5EF4-FFF2-40B4-BE49-F238E27FC236}">
                <a16:creationId xmlns:a16="http://schemas.microsoft.com/office/drawing/2014/main" id="{D3FD2161-4000-96D8-DDE8-8FFE585B2592}"/>
              </a:ext>
            </a:extLst>
          </p:cNvPr>
          <p:cNvGrpSpPr/>
          <p:nvPr/>
        </p:nvGrpSpPr>
        <p:grpSpPr>
          <a:xfrm rot="10800000">
            <a:off x="5744081" y="3162764"/>
            <a:ext cx="395400" cy="399847"/>
            <a:chOff x="457200" y="2122028"/>
            <a:chExt cx="395400" cy="399847"/>
          </a:xfrm>
        </p:grpSpPr>
        <p:grpSp>
          <p:nvGrpSpPr>
            <p:cNvPr id="86" name="Google Shape;313;p16">
              <a:extLst>
                <a:ext uri="{FF2B5EF4-FFF2-40B4-BE49-F238E27FC236}">
                  <a16:creationId xmlns:a16="http://schemas.microsoft.com/office/drawing/2014/main" id="{F9C2599F-BB7E-33E5-3D65-C3DD9AE89264}"/>
                </a:ext>
              </a:extLst>
            </p:cNvPr>
            <p:cNvGrpSpPr/>
            <p:nvPr/>
          </p:nvGrpSpPr>
          <p:grpSpPr>
            <a:xfrm>
              <a:off x="457200" y="2293275"/>
              <a:ext cx="395400" cy="228600"/>
              <a:chOff x="457200" y="911400"/>
              <a:chExt cx="395400" cy="228600"/>
            </a:xfrm>
          </p:grpSpPr>
          <p:grpSp>
            <p:nvGrpSpPr>
              <p:cNvPr id="90" name="Google Shape;314;p16">
                <a:extLst>
                  <a:ext uri="{FF2B5EF4-FFF2-40B4-BE49-F238E27FC236}">
                    <a16:creationId xmlns:a16="http://schemas.microsoft.com/office/drawing/2014/main" id="{6E5A21DD-73C6-9E1C-CB35-B5282A31B099}"/>
                  </a:ext>
                </a:extLst>
              </p:cNvPr>
              <p:cNvGrpSpPr/>
              <p:nvPr/>
            </p:nvGrpSpPr>
            <p:grpSpPr>
              <a:xfrm>
                <a:off x="457200" y="911400"/>
                <a:ext cx="395400" cy="228600"/>
                <a:chOff x="1413125" y="1836875"/>
                <a:chExt cx="395400" cy="228600"/>
              </a:xfrm>
            </p:grpSpPr>
            <p:sp>
              <p:nvSpPr>
                <p:cNvPr id="92" name="Google Shape;315;p16">
                  <a:extLst>
                    <a:ext uri="{FF2B5EF4-FFF2-40B4-BE49-F238E27FC236}">
                      <a16:creationId xmlns:a16="http://schemas.microsoft.com/office/drawing/2014/main" id="{11D7784C-2FC9-042D-2CF7-3096DF4895B6}"/>
                    </a:ext>
                  </a:extLst>
                </p:cNvPr>
                <p:cNvSpPr/>
                <p:nvPr/>
              </p:nvSpPr>
              <p:spPr>
                <a:xfrm rot="5400000">
                  <a:off x="13976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316;p16">
                  <a:extLst>
                    <a:ext uri="{FF2B5EF4-FFF2-40B4-BE49-F238E27FC236}">
                      <a16:creationId xmlns:a16="http://schemas.microsoft.com/office/drawing/2014/main" id="{6C4419D9-D8F2-F7CA-3801-69714CD36329}"/>
                    </a:ext>
                  </a:extLst>
                </p:cNvPr>
                <p:cNvSpPr/>
                <p:nvPr/>
              </p:nvSpPr>
              <p:spPr>
                <a:xfrm rot="-5400000">
                  <a:off x="15953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1" name="Google Shape;317;p16">
                <a:extLst>
                  <a:ext uri="{FF2B5EF4-FFF2-40B4-BE49-F238E27FC236}">
                    <a16:creationId xmlns:a16="http://schemas.microsoft.com/office/drawing/2014/main" id="{C69ED007-A24A-AA43-CD55-DF8690A1426F}"/>
                  </a:ext>
                </a:extLst>
              </p:cNvPr>
              <p:cNvSpPr/>
              <p:nvPr/>
            </p:nvSpPr>
            <p:spPr>
              <a:xfrm>
                <a:off x="540600" y="911400"/>
                <a:ext cx="228600" cy="228600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318;p16">
              <a:extLst>
                <a:ext uri="{FF2B5EF4-FFF2-40B4-BE49-F238E27FC236}">
                  <a16:creationId xmlns:a16="http://schemas.microsoft.com/office/drawing/2014/main" id="{FD752C3C-411D-9E0D-6ABB-8D87D52FFA88}"/>
                </a:ext>
              </a:extLst>
            </p:cNvPr>
            <p:cNvGrpSpPr/>
            <p:nvPr/>
          </p:nvGrpSpPr>
          <p:grpSpPr>
            <a:xfrm>
              <a:off x="595950" y="2122028"/>
              <a:ext cx="117900" cy="171247"/>
              <a:chOff x="595950" y="335700"/>
              <a:chExt cx="117900" cy="171247"/>
            </a:xfrm>
          </p:grpSpPr>
          <p:cxnSp>
            <p:nvCxnSpPr>
              <p:cNvPr id="88" name="Google Shape;319;p16">
                <a:extLst>
                  <a:ext uri="{FF2B5EF4-FFF2-40B4-BE49-F238E27FC236}">
                    <a16:creationId xmlns:a16="http://schemas.microsoft.com/office/drawing/2014/main" id="{2049CE66-4C83-CD39-1510-8EB41941697B}"/>
                  </a:ext>
                </a:extLst>
              </p:cNvPr>
              <p:cNvCxnSpPr>
                <a:stCxn id="91" idx="0"/>
              </p:cNvCxnSpPr>
              <p:nvPr/>
            </p:nvCxnSpPr>
            <p:spPr>
              <a:xfrm rot="10800000">
                <a:off x="654900" y="453547"/>
                <a:ext cx="0" cy="534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9" name="Google Shape;320;p16">
                <a:extLst>
                  <a:ext uri="{FF2B5EF4-FFF2-40B4-BE49-F238E27FC236}">
                    <a16:creationId xmlns:a16="http://schemas.microsoft.com/office/drawing/2014/main" id="{48AC6A0F-6B00-CF91-8ADA-E64775893B06}"/>
                  </a:ext>
                </a:extLst>
              </p:cNvPr>
              <p:cNvSpPr/>
              <p:nvPr/>
            </p:nvSpPr>
            <p:spPr>
              <a:xfrm rot="108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/>
                  <a:t>P</a:t>
                </a:r>
                <a:endParaRPr sz="600"/>
              </a:p>
            </p:txBody>
          </p:sp>
        </p:grpSp>
      </p:grpSp>
      <p:cxnSp>
        <p:nvCxnSpPr>
          <p:cNvPr id="103" name="Google Shape;330;p16">
            <a:extLst>
              <a:ext uri="{FF2B5EF4-FFF2-40B4-BE49-F238E27FC236}">
                <a16:creationId xmlns:a16="http://schemas.microsoft.com/office/drawing/2014/main" id="{5EDE1C62-C3ED-8CE0-C7C8-E4C8913D43D2}"/>
              </a:ext>
            </a:extLst>
          </p:cNvPr>
          <p:cNvCxnSpPr/>
          <p:nvPr/>
        </p:nvCxnSpPr>
        <p:spPr>
          <a:xfrm>
            <a:off x="6139483" y="3277071"/>
            <a:ext cx="3297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332;p16">
            <a:extLst>
              <a:ext uri="{FF2B5EF4-FFF2-40B4-BE49-F238E27FC236}">
                <a16:creationId xmlns:a16="http://schemas.microsoft.com/office/drawing/2014/main" id="{97DE5EAE-37BC-1CA9-F59D-720059FF7F0B}"/>
              </a:ext>
            </a:extLst>
          </p:cNvPr>
          <p:cNvSpPr txBox="1"/>
          <p:nvPr/>
        </p:nvSpPr>
        <p:spPr>
          <a:xfrm>
            <a:off x="5203109" y="4197775"/>
            <a:ext cx="1468200" cy="5007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From Distribution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05" name="Google Shape;333;p16">
            <a:extLst>
              <a:ext uri="{FF2B5EF4-FFF2-40B4-BE49-F238E27FC236}">
                <a16:creationId xmlns:a16="http://schemas.microsoft.com/office/drawing/2014/main" id="{14871AAF-4DFF-BC4B-9FC4-1EEBF34D6BDC}"/>
              </a:ext>
            </a:extLst>
          </p:cNvPr>
          <p:cNvSpPr txBox="1"/>
          <p:nvPr/>
        </p:nvSpPr>
        <p:spPr>
          <a:xfrm>
            <a:off x="6940583" y="3026714"/>
            <a:ext cx="1468200" cy="5007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To Chamber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06" name="Google Shape;334;p16">
            <a:extLst>
              <a:ext uri="{FF2B5EF4-FFF2-40B4-BE49-F238E27FC236}">
                <a16:creationId xmlns:a16="http://schemas.microsoft.com/office/drawing/2014/main" id="{56AD15D1-7D70-8B61-1B38-55EEF4A9BB57}"/>
              </a:ext>
            </a:extLst>
          </p:cNvPr>
          <p:cNvSpPr/>
          <p:nvPr/>
        </p:nvSpPr>
        <p:spPr>
          <a:xfrm>
            <a:off x="3582683" y="3427214"/>
            <a:ext cx="228600" cy="2286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TC</a:t>
            </a:r>
            <a:endParaRPr sz="600"/>
          </a:p>
        </p:txBody>
      </p:sp>
      <p:sp>
        <p:nvSpPr>
          <p:cNvPr id="107" name="Google Shape;335;p16">
            <a:extLst>
              <a:ext uri="{FF2B5EF4-FFF2-40B4-BE49-F238E27FC236}">
                <a16:creationId xmlns:a16="http://schemas.microsoft.com/office/drawing/2014/main" id="{6714B476-2DE2-539B-99AF-70693C7E2BFD}"/>
              </a:ext>
            </a:extLst>
          </p:cNvPr>
          <p:cNvSpPr txBox="1"/>
          <p:nvPr/>
        </p:nvSpPr>
        <p:spPr>
          <a:xfrm>
            <a:off x="3406358" y="3623157"/>
            <a:ext cx="617700" cy="4311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3x For Oxidizer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11" name="Google Shape;255;p16">
            <a:extLst>
              <a:ext uri="{FF2B5EF4-FFF2-40B4-BE49-F238E27FC236}">
                <a16:creationId xmlns:a16="http://schemas.microsoft.com/office/drawing/2014/main" id="{A0AA14FB-1EE3-099B-E4E8-D740DCA2A65E}"/>
              </a:ext>
            </a:extLst>
          </p:cNvPr>
          <p:cNvCxnSpPr>
            <a:cxnSpLocks/>
          </p:cNvCxnSpPr>
          <p:nvPr/>
        </p:nvCxnSpPr>
        <p:spPr>
          <a:xfrm flipV="1">
            <a:off x="5939434" y="3562623"/>
            <a:ext cx="0" cy="60534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2" name="Google Shape;248;p16">
            <a:extLst>
              <a:ext uri="{FF2B5EF4-FFF2-40B4-BE49-F238E27FC236}">
                <a16:creationId xmlns:a16="http://schemas.microsoft.com/office/drawing/2014/main" id="{F09EDF85-F2FF-AB10-1446-450732A29028}"/>
              </a:ext>
            </a:extLst>
          </p:cNvPr>
          <p:cNvGrpSpPr/>
          <p:nvPr/>
        </p:nvGrpSpPr>
        <p:grpSpPr>
          <a:xfrm rot="-5400000">
            <a:off x="5681046" y="3643521"/>
            <a:ext cx="395400" cy="354671"/>
            <a:chOff x="457200" y="1749604"/>
            <a:chExt cx="395400" cy="354671"/>
          </a:xfrm>
        </p:grpSpPr>
        <p:grpSp>
          <p:nvGrpSpPr>
            <p:cNvPr id="123" name="Google Shape;249;p16">
              <a:extLst>
                <a:ext uri="{FF2B5EF4-FFF2-40B4-BE49-F238E27FC236}">
                  <a16:creationId xmlns:a16="http://schemas.microsoft.com/office/drawing/2014/main" id="{E411876C-1F7C-4826-3259-C6020223F7B6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127" name="Google Shape;250;p16">
                <a:extLst>
                  <a:ext uri="{FF2B5EF4-FFF2-40B4-BE49-F238E27FC236}">
                    <a16:creationId xmlns:a16="http://schemas.microsoft.com/office/drawing/2014/main" id="{686A2185-A00E-C169-0A96-A4A289439460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" name="Google Shape;251;p16">
                <a:extLst>
                  <a:ext uri="{FF2B5EF4-FFF2-40B4-BE49-F238E27FC236}">
                    <a16:creationId xmlns:a16="http://schemas.microsoft.com/office/drawing/2014/main" id="{B54C3F2D-00A7-864C-C0AC-9F83B98DB315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" name="Google Shape;252;p16">
              <a:extLst>
                <a:ext uri="{FF2B5EF4-FFF2-40B4-BE49-F238E27FC236}">
                  <a16:creationId xmlns:a16="http://schemas.microsoft.com/office/drawing/2014/main" id="{2A24949F-B585-611E-7A16-CDCA6845E98C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125" name="Google Shape;253;p16">
                <a:extLst>
                  <a:ext uri="{FF2B5EF4-FFF2-40B4-BE49-F238E27FC236}">
                    <a16:creationId xmlns:a16="http://schemas.microsoft.com/office/drawing/2014/main" id="{23B91457-40DA-FBDC-FAD1-DF97BBEB8203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6" name="Google Shape;254;p16">
                <a:extLst>
                  <a:ext uri="{FF2B5EF4-FFF2-40B4-BE49-F238E27FC236}">
                    <a16:creationId xmlns:a16="http://schemas.microsoft.com/office/drawing/2014/main" id="{DD76BBFB-7626-7821-1D21-D34DD24BF1B4}"/>
                  </a:ext>
                </a:extLst>
              </p:cNvPr>
              <p:cNvSpPr/>
              <p:nvPr/>
            </p:nvSpPr>
            <p:spPr>
              <a:xfrm rot="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/>
                  <a:t>S</a:t>
                </a:r>
                <a:endParaRPr sz="600"/>
              </a:p>
            </p:txBody>
          </p:sp>
        </p:grpSp>
      </p:grpSp>
      <p:cxnSp>
        <p:nvCxnSpPr>
          <p:cNvPr id="129" name="Google Shape;256;p16">
            <a:extLst>
              <a:ext uri="{FF2B5EF4-FFF2-40B4-BE49-F238E27FC236}">
                <a16:creationId xmlns:a16="http://schemas.microsoft.com/office/drawing/2014/main" id="{C2483EF3-8926-9521-9194-BC1501BF4413}"/>
              </a:ext>
            </a:extLst>
          </p:cNvPr>
          <p:cNvCxnSpPr>
            <a:cxnSpLocks/>
          </p:cNvCxnSpPr>
          <p:nvPr/>
        </p:nvCxnSpPr>
        <p:spPr>
          <a:xfrm flipV="1">
            <a:off x="5939553" y="4018566"/>
            <a:ext cx="0" cy="165797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808213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EB25A48C-ADCF-FDB5-7A56-82F4A7A3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97CAC978-98E0-E487-F8F7-DF70AF45D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Full Propellant Feed System</a:t>
            </a:r>
            <a:endParaRPr dirty="0"/>
          </a:p>
        </p:txBody>
      </p:sp>
      <p:sp>
        <p:nvSpPr>
          <p:cNvPr id="2" name="Google Shape;341;p17">
            <a:extLst>
              <a:ext uri="{FF2B5EF4-FFF2-40B4-BE49-F238E27FC236}">
                <a16:creationId xmlns:a16="http://schemas.microsoft.com/office/drawing/2014/main" id="{42CF172D-622F-76A3-DE8B-C8703A68E632}"/>
              </a:ext>
            </a:extLst>
          </p:cNvPr>
          <p:cNvSpPr/>
          <p:nvPr/>
        </p:nvSpPr>
        <p:spPr>
          <a:xfrm>
            <a:off x="204099" y="2587929"/>
            <a:ext cx="494421" cy="189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600" tIns="57600" rIns="57600" bIns="5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dirty="0"/>
              <a:t>2400 psi</a:t>
            </a:r>
            <a:endParaRPr sz="700" b="1" dirty="0"/>
          </a:p>
        </p:txBody>
      </p:sp>
      <p:cxnSp>
        <p:nvCxnSpPr>
          <p:cNvPr id="3" name="Google Shape;342;p17">
            <a:extLst>
              <a:ext uri="{FF2B5EF4-FFF2-40B4-BE49-F238E27FC236}">
                <a16:creationId xmlns:a16="http://schemas.microsoft.com/office/drawing/2014/main" id="{063E19A4-200C-01C3-4026-69F4284106D6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98520" y="2682510"/>
            <a:ext cx="146310" cy="69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" name="Google Shape;343;p17">
            <a:extLst>
              <a:ext uri="{FF2B5EF4-FFF2-40B4-BE49-F238E27FC236}">
                <a16:creationId xmlns:a16="http://schemas.microsoft.com/office/drawing/2014/main" id="{30D8E05B-1995-2B9E-AF82-ED4C469F1D4B}"/>
              </a:ext>
            </a:extLst>
          </p:cNvPr>
          <p:cNvGrpSpPr/>
          <p:nvPr/>
        </p:nvGrpSpPr>
        <p:grpSpPr>
          <a:xfrm>
            <a:off x="844906" y="2610498"/>
            <a:ext cx="249062" cy="143995"/>
            <a:chOff x="457200" y="911400"/>
            <a:chExt cx="395400" cy="228600"/>
          </a:xfrm>
        </p:grpSpPr>
        <p:grpSp>
          <p:nvGrpSpPr>
            <p:cNvPr id="5" name="Google Shape;344;p17">
              <a:extLst>
                <a:ext uri="{FF2B5EF4-FFF2-40B4-BE49-F238E27FC236}">
                  <a16:creationId xmlns:a16="http://schemas.microsoft.com/office/drawing/2014/main" id="{1F56F66F-B80B-35B1-55CA-58A2793A2BA8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7" name="Google Shape;345;p17">
                <a:extLst>
                  <a:ext uri="{FF2B5EF4-FFF2-40B4-BE49-F238E27FC236}">
                    <a16:creationId xmlns:a16="http://schemas.microsoft.com/office/drawing/2014/main" id="{5BBE1051-E8C1-9066-6BA4-A1E6FB45BAB4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8" name="Google Shape;346;p17">
                <a:extLst>
                  <a:ext uri="{FF2B5EF4-FFF2-40B4-BE49-F238E27FC236}">
                    <a16:creationId xmlns:a16="http://schemas.microsoft.com/office/drawing/2014/main" id="{9181E322-2A40-408D-21D3-C0A4980F0DBA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sp>
          <p:nvSpPr>
            <p:cNvPr id="6" name="Google Shape;347;p17">
              <a:extLst>
                <a:ext uri="{FF2B5EF4-FFF2-40B4-BE49-F238E27FC236}">
                  <a16:creationId xmlns:a16="http://schemas.microsoft.com/office/drawing/2014/main" id="{178D3836-AE3E-B410-06BA-1AA2F1A63C89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</p:grpSp>
      <p:cxnSp>
        <p:nvCxnSpPr>
          <p:cNvPr id="9" name="Google Shape;348;p17">
            <a:extLst>
              <a:ext uri="{FF2B5EF4-FFF2-40B4-BE49-F238E27FC236}">
                <a16:creationId xmlns:a16="http://schemas.microsoft.com/office/drawing/2014/main" id="{922593DC-72F5-FF00-1216-B9F9C4D5CD8F}"/>
              </a:ext>
            </a:extLst>
          </p:cNvPr>
          <p:cNvCxnSpPr/>
          <p:nvPr/>
        </p:nvCxnSpPr>
        <p:spPr>
          <a:xfrm>
            <a:off x="1093982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" name="Google Shape;349;p17">
            <a:extLst>
              <a:ext uri="{FF2B5EF4-FFF2-40B4-BE49-F238E27FC236}">
                <a16:creationId xmlns:a16="http://schemas.microsoft.com/office/drawing/2014/main" id="{801BEE18-0F06-0D4E-7974-469D493DA523}"/>
              </a:ext>
            </a:extLst>
          </p:cNvPr>
          <p:cNvGrpSpPr/>
          <p:nvPr/>
        </p:nvGrpSpPr>
        <p:grpSpPr>
          <a:xfrm>
            <a:off x="1301648" y="2610464"/>
            <a:ext cx="37462" cy="143995"/>
            <a:chOff x="625163" y="3317475"/>
            <a:chExt cx="59473" cy="228600"/>
          </a:xfrm>
        </p:grpSpPr>
        <p:cxnSp>
          <p:nvCxnSpPr>
            <p:cNvPr id="11" name="Google Shape;350;p17">
              <a:extLst>
                <a:ext uri="{FF2B5EF4-FFF2-40B4-BE49-F238E27FC236}">
                  <a16:creationId xmlns:a16="http://schemas.microsoft.com/office/drawing/2014/main" id="{C8AF7F08-2050-2180-2EC5-E8ABC760EA68}"/>
                </a:ext>
              </a:extLst>
            </p:cNvPr>
            <p:cNvCxnSpPr/>
            <p:nvPr/>
          </p:nvCxnSpPr>
          <p:spPr>
            <a:xfrm>
              <a:off x="625163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351;p17">
              <a:extLst>
                <a:ext uri="{FF2B5EF4-FFF2-40B4-BE49-F238E27FC236}">
                  <a16:creationId xmlns:a16="http://schemas.microsoft.com/office/drawing/2014/main" id="{93A4ABBD-B42E-C015-B820-F83CFE298BCC}"/>
                </a:ext>
              </a:extLst>
            </p:cNvPr>
            <p:cNvCxnSpPr/>
            <p:nvPr/>
          </p:nvCxnSpPr>
          <p:spPr>
            <a:xfrm>
              <a:off x="684637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3" name="Google Shape;352;p17">
            <a:extLst>
              <a:ext uri="{FF2B5EF4-FFF2-40B4-BE49-F238E27FC236}">
                <a16:creationId xmlns:a16="http://schemas.microsoft.com/office/drawing/2014/main" id="{B121A55F-182E-A960-1655-FCDFC0F54CA1}"/>
              </a:ext>
            </a:extLst>
          </p:cNvPr>
          <p:cNvCxnSpPr/>
          <p:nvPr/>
        </p:nvCxnSpPr>
        <p:spPr>
          <a:xfrm>
            <a:off x="1339113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" name="Google Shape;353;p17">
            <a:extLst>
              <a:ext uri="{FF2B5EF4-FFF2-40B4-BE49-F238E27FC236}">
                <a16:creationId xmlns:a16="http://schemas.microsoft.com/office/drawing/2014/main" id="{1FC4D90F-BAF2-BFCB-0637-76B44811AA50}"/>
              </a:ext>
            </a:extLst>
          </p:cNvPr>
          <p:cNvGrpSpPr/>
          <p:nvPr/>
        </p:nvGrpSpPr>
        <p:grpSpPr>
          <a:xfrm>
            <a:off x="1546791" y="2610469"/>
            <a:ext cx="66729" cy="143995"/>
            <a:chOff x="601932" y="2976075"/>
            <a:chExt cx="105937" cy="228600"/>
          </a:xfrm>
        </p:grpSpPr>
        <p:cxnSp>
          <p:nvCxnSpPr>
            <p:cNvPr id="15" name="Google Shape;354;p17">
              <a:extLst>
                <a:ext uri="{FF2B5EF4-FFF2-40B4-BE49-F238E27FC236}">
                  <a16:creationId xmlns:a16="http://schemas.microsoft.com/office/drawing/2014/main" id="{AA195E2D-B995-0B15-E564-910E6CFBC383}"/>
                </a:ext>
              </a:extLst>
            </p:cNvPr>
            <p:cNvCxnSpPr/>
            <p:nvPr/>
          </p:nvCxnSpPr>
          <p:spPr>
            <a:xfrm>
              <a:off x="601932" y="29760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355;p17">
              <a:extLst>
                <a:ext uri="{FF2B5EF4-FFF2-40B4-BE49-F238E27FC236}">
                  <a16:creationId xmlns:a16="http://schemas.microsoft.com/office/drawing/2014/main" id="{7EEAD872-2117-0468-9C88-F50C9585D694}"/>
                </a:ext>
              </a:extLst>
            </p:cNvPr>
            <p:cNvCxnSpPr/>
            <p:nvPr/>
          </p:nvCxnSpPr>
          <p:spPr>
            <a:xfrm>
              <a:off x="707868" y="29760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56;p17">
              <a:extLst>
                <a:ext uri="{FF2B5EF4-FFF2-40B4-BE49-F238E27FC236}">
                  <a16:creationId xmlns:a16="http://schemas.microsoft.com/office/drawing/2014/main" id="{A570BC7E-3248-735D-06A4-17F833907CB5}"/>
                </a:ext>
              </a:extLst>
            </p:cNvPr>
            <p:cNvCxnSpPr/>
            <p:nvPr/>
          </p:nvCxnSpPr>
          <p:spPr>
            <a:xfrm>
              <a:off x="654900" y="2976075"/>
              <a:ext cx="0" cy="837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357;p17">
              <a:extLst>
                <a:ext uri="{FF2B5EF4-FFF2-40B4-BE49-F238E27FC236}">
                  <a16:creationId xmlns:a16="http://schemas.microsoft.com/office/drawing/2014/main" id="{F94CB26E-4818-3B17-09B2-BE29FEB9C338}"/>
                </a:ext>
              </a:extLst>
            </p:cNvPr>
            <p:cNvCxnSpPr/>
            <p:nvPr/>
          </p:nvCxnSpPr>
          <p:spPr>
            <a:xfrm>
              <a:off x="654900" y="3120975"/>
              <a:ext cx="0" cy="837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9" name="Google Shape;358;p17">
            <a:extLst>
              <a:ext uri="{FF2B5EF4-FFF2-40B4-BE49-F238E27FC236}">
                <a16:creationId xmlns:a16="http://schemas.microsoft.com/office/drawing/2014/main" id="{566AF29F-ED7A-8311-5579-9B15865CBAF1}"/>
              </a:ext>
            </a:extLst>
          </p:cNvPr>
          <p:cNvCxnSpPr/>
          <p:nvPr/>
        </p:nvCxnSpPr>
        <p:spPr>
          <a:xfrm>
            <a:off x="1613536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359;p17">
            <a:extLst>
              <a:ext uri="{FF2B5EF4-FFF2-40B4-BE49-F238E27FC236}">
                <a16:creationId xmlns:a16="http://schemas.microsoft.com/office/drawing/2014/main" id="{111D258A-9922-E62A-D191-F5BB7F3230AB}"/>
              </a:ext>
            </a:extLst>
          </p:cNvPr>
          <p:cNvGrpSpPr/>
          <p:nvPr/>
        </p:nvGrpSpPr>
        <p:grpSpPr>
          <a:xfrm>
            <a:off x="2028895" y="2531073"/>
            <a:ext cx="249062" cy="223407"/>
            <a:chOff x="457200" y="1749604"/>
            <a:chExt cx="395400" cy="354671"/>
          </a:xfrm>
        </p:grpSpPr>
        <p:grpSp>
          <p:nvGrpSpPr>
            <p:cNvPr id="21" name="Google Shape;360;p17">
              <a:extLst>
                <a:ext uri="{FF2B5EF4-FFF2-40B4-BE49-F238E27FC236}">
                  <a16:creationId xmlns:a16="http://schemas.microsoft.com/office/drawing/2014/main" id="{B40FE7A3-0922-8640-740E-FDD33A57D039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25" name="Google Shape;361;p17">
                <a:extLst>
                  <a:ext uri="{FF2B5EF4-FFF2-40B4-BE49-F238E27FC236}">
                    <a16:creationId xmlns:a16="http://schemas.microsoft.com/office/drawing/2014/main" id="{F29089C8-5A8E-5738-C9A8-0AC3EE3034AA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26" name="Google Shape;362;p17">
                <a:extLst>
                  <a:ext uri="{FF2B5EF4-FFF2-40B4-BE49-F238E27FC236}">
                    <a16:creationId xmlns:a16="http://schemas.microsoft.com/office/drawing/2014/main" id="{AF41451E-25A6-24B6-27C8-C6F3FE5FB686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22" name="Google Shape;363;p17">
              <a:extLst>
                <a:ext uri="{FF2B5EF4-FFF2-40B4-BE49-F238E27FC236}">
                  <a16:creationId xmlns:a16="http://schemas.microsoft.com/office/drawing/2014/main" id="{AA022785-41B8-4A77-DE16-A65FE57134CC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23" name="Google Shape;364;p17">
                <a:extLst>
                  <a:ext uri="{FF2B5EF4-FFF2-40B4-BE49-F238E27FC236}">
                    <a16:creationId xmlns:a16="http://schemas.microsoft.com/office/drawing/2014/main" id="{27280C2B-161A-926A-E782-B68F68843D15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" name="Google Shape;365;p17">
                <a:extLst>
                  <a:ext uri="{FF2B5EF4-FFF2-40B4-BE49-F238E27FC236}">
                    <a16:creationId xmlns:a16="http://schemas.microsoft.com/office/drawing/2014/main" id="{A39570AB-015A-F091-CA21-539E4DF013E6}"/>
                  </a:ext>
                </a:extLst>
              </p:cNvPr>
              <p:cNvSpPr/>
              <p:nvPr/>
            </p:nvSpPr>
            <p:spPr>
              <a:xfrm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S</a:t>
                </a:r>
                <a:endParaRPr sz="377"/>
              </a:p>
            </p:txBody>
          </p:sp>
        </p:grpSp>
      </p:grpSp>
      <p:cxnSp>
        <p:nvCxnSpPr>
          <p:cNvPr id="27" name="Google Shape;366;p17">
            <a:extLst>
              <a:ext uri="{FF2B5EF4-FFF2-40B4-BE49-F238E27FC236}">
                <a16:creationId xmlns:a16="http://schemas.microsoft.com/office/drawing/2014/main" id="{B39F5A45-39FA-98FC-DF0E-5B1CA5438BC9}"/>
              </a:ext>
            </a:extLst>
          </p:cNvPr>
          <p:cNvCxnSpPr/>
          <p:nvPr/>
        </p:nvCxnSpPr>
        <p:spPr>
          <a:xfrm>
            <a:off x="2277971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367;p17">
            <a:extLst>
              <a:ext uri="{FF2B5EF4-FFF2-40B4-BE49-F238E27FC236}">
                <a16:creationId xmlns:a16="http://schemas.microsoft.com/office/drawing/2014/main" id="{93C0110F-A9ED-F7AB-8C42-E39B9BE82933}"/>
              </a:ext>
            </a:extLst>
          </p:cNvPr>
          <p:cNvSpPr/>
          <p:nvPr/>
        </p:nvSpPr>
        <p:spPr>
          <a:xfrm>
            <a:off x="2429378" y="2587929"/>
            <a:ext cx="575830" cy="189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600" tIns="57600" rIns="57600" bIns="5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dirty="0"/>
              <a:t>~850 PSI</a:t>
            </a:r>
            <a:endParaRPr sz="700" b="1" dirty="0"/>
          </a:p>
        </p:txBody>
      </p:sp>
      <p:cxnSp>
        <p:nvCxnSpPr>
          <p:cNvPr id="29" name="Google Shape;368;p17">
            <a:extLst>
              <a:ext uri="{FF2B5EF4-FFF2-40B4-BE49-F238E27FC236}">
                <a16:creationId xmlns:a16="http://schemas.microsoft.com/office/drawing/2014/main" id="{68C605EE-6607-CEA0-3711-473EA7AF4069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3005208" y="2682510"/>
            <a:ext cx="121176" cy="69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369;p17">
            <a:extLst>
              <a:ext uri="{FF2B5EF4-FFF2-40B4-BE49-F238E27FC236}">
                <a16:creationId xmlns:a16="http://schemas.microsoft.com/office/drawing/2014/main" id="{403432AF-4B09-7E6B-D424-ABA373D06F3C}"/>
              </a:ext>
            </a:extLst>
          </p:cNvPr>
          <p:cNvCxnSpPr/>
          <p:nvPr/>
        </p:nvCxnSpPr>
        <p:spPr>
          <a:xfrm>
            <a:off x="3126467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370;p17">
            <a:extLst>
              <a:ext uri="{FF2B5EF4-FFF2-40B4-BE49-F238E27FC236}">
                <a16:creationId xmlns:a16="http://schemas.microsoft.com/office/drawing/2014/main" id="{13FAAB2B-77AA-F685-B96A-C708433E6FB6}"/>
              </a:ext>
            </a:extLst>
          </p:cNvPr>
          <p:cNvCxnSpPr/>
          <p:nvPr/>
        </p:nvCxnSpPr>
        <p:spPr>
          <a:xfrm rot="5400000">
            <a:off x="3230520" y="27863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71;p17">
            <a:extLst>
              <a:ext uri="{FF2B5EF4-FFF2-40B4-BE49-F238E27FC236}">
                <a16:creationId xmlns:a16="http://schemas.microsoft.com/office/drawing/2014/main" id="{480A8BF3-31C1-DAEE-40BD-FAEFAEE247E0}"/>
              </a:ext>
            </a:extLst>
          </p:cNvPr>
          <p:cNvCxnSpPr/>
          <p:nvPr/>
        </p:nvCxnSpPr>
        <p:spPr>
          <a:xfrm rot="5400000">
            <a:off x="3230520" y="2578628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" name="Google Shape;372;p17">
            <a:extLst>
              <a:ext uri="{FF2B5EF4-FFF2-40B4-BE49-F238E27FC236}">
                <a16:creationId xmlns:a16="http://schemas.microsoft.com/office/drawing/2014/main" id="{5A4BDAE0-0E0D-5C08-866F-14333E6FE407}"/>
              </a:ext>
            </a:extLst>
          </p:cNvPr>
          <p:cNvGrpSpPr/>
          <p:nvPr/>
        </p:nvGrpSpPr>
        <p:grpSpPr>
          <a:xfrm>
            <a:off x="3259121" y="2221348"/>
            <a:ext cx="196529" cy="253453"/>
            <a:chOff x="540600" y="1275600"/>
            <a:chExt cx="312000" cy="402370"/>
          </a:xfrm>
        </p:grpSpPr>
        <p:sp>
          <p:nvSpPr>
            <p:cNvPr id="34" name="Google Shape;373;p17">
              <a:extLst>
                <a:ext uri="{FF2B5EF4-FFF2-40B4-BE49-F238E27FC236}">
                  <a16:creationId xmlns:a16="http://schemas.microsoft.com/office/drawing/2014/main" id="{0735B2C5-AC74-F6B4-ABF2-555AF720A391}"/>
                </a:ext>
              </a:extLst>
            </p:cNvPr>
            <p:cNvSpPr/>
            <p:nvPr/>
          </p:nvSpPr>
          <p:spPr>
            <a:xfrm>
              <a:off x="540600" y="148027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  <p:sp>
          <p:nvSpPr>
            <p:cNvPr id="35" name="Google Shape;374;p17">
              <a:extLst>
                <a:ext uri="{FF2B5EF4-FFF2-40B4-BE49-F238E27FC236}">
                  <a16:creationId xmlns:a16="http://schemas.microsoft.com/office/drawing/2014/main" id="{16AD8AEA-7644-1BA2-B2CF-21F6080290C8}"/>
                </a:ext>
              </a:extLst>
            </p:cNvPr>
            <p:cNvSpPr/>
            <p:nvPr/>
          </p:nvSpPr>
          <p:spPr>
            <a:xfrm rot="-5400000">
              <a:off x="639450" y="138105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  <p:cxnSp>
          <p:nvCxnSpPr>
            <p:cNvPr id="36" name="Google Shape;375;p17">
              <a:extLst>
                <a:ext uri="{FF2B5EF4-FFF2-40B4-BE49-F238E27FC236}">
                  <a16:creationId xmlns:a16="http://schemas.microsoft.com/office/drawing/2014/main" id="{70A68800-DCA7-D7BB-5D92-27A6C2F0AD23}"/>
                </a:ext>
              </a:extLst>
            </p:cNvPr>
            <p:cNvCxnSpPr>
              <a:stCxn id="35" idx="0"/>
            </p:cNvCxnSpPr>
            <p:nvPr/>
          </p:nvCxnSpPr>
          <p:spPr>
            <a:xfrm rot="10800000">
              <a:off x="654900" y="1275600"/>
              <a:ext cx="0" cy="20430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6;p17">
              <a:extLst>
                <a:ext uri="{FF2B5EF4-FFF2-40B4-BE49-F238E27FC236}">
                  <a16:creationId xmlns:a16="http://schemas.microsoft.com/office/drawing/2014/main" id="{73C678F5-9FBB-1A14-AE11-8F58D4729D2E}"/>
                </a:ext>
              </a:extLst>
            </p:cNvPr>
            <p:cNvCxnSpPr/>
            <p:nvPr/>
          </p:nvCxnSpPr>
          <p:spPr>
            <a:xfrm>
              <a:off x="603900" y="134087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77;p17">
              <a:extLst>
                <a:ext uri="{FF2B5EF4-FFF2-40B4-BE49-F238E27FC236}">
                  <a16:creationId xmlns:a16="http://schemas.microsoft.com/office/drawing/2014/main" id="{97F89C36-648D-816A-BE9E-322490367E67}"/>
                </a:ext>
              </a:extLst>
            </p:cNvPr>
            <p:cNvCxnSpPr/>
            <p:nvPr/>
          </p:nvCxnSpPr>
          <p:spPr>
            <a:xfrm>
              <a:off x="603900" y="140822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9" name="Google Shape;378;p17">
            <a:extLst>
              <a:ext uri="{FF2B5EF4-FFF2-40B4-BE49-F238E27FC236}">
                <a16:creationId xmlns:a16="http://schemas.microsoft.com/office/drawing/2014/main" id="{AA9B94C2-CB23-0B74-B883-F7E25B09F47C}"/>
              </a:ext>
            </a:extLst>
          </p:cNvPr>
          <p:cNvGrpSpPr/>
          <p:nvPr/>
        </p:nvGrpSpPr>
        <p:grpSpPr>
          <a:xfrm rot="-5400000">
            <a:off x="3167451" y="2903027"/>
            <a:ext cx="249062" cy="223407"/>
            <a:chOff x="457200" y="1749604"/>
            <a:chExt cx="395400" cy="354671"/>
          </a:xfrm>
        </p:grpSpPr>
        <p:grpSp>
          <p:nvGrpSpPr>
            <p:cNvPr id="40" name="Google Shape;379;p17">
              <a:extLst>
                <a:ext uri="{FF2B5EF4-FFF2-40B4-BE49-F238E27FC236}">
                  <a16:creationId xmlns:a16="http://schemas.microsoft.com/office/drawing/2014/main" id="{3821D98C-9B78-1F43-9AE7-E1EC03B447D5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44" name="Google Shape;380;p17">
                <a:extLst>
                  <a:ext uri="{FF2B5EF4-FFF2-40B4-BE49-F238E27FC236}">
                    <a16:creationId xmlns:a16="http://schemas.microsoft.com/office/drawing/2014/main" id="{035232F3-C603-0068-2DA2-69505FBCD589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45" name="Google Shape;381;p17">
                <a:extLst>
                  <a:ext uri="{FF2B5EF4-FFF2-40B4-BE49-F238E27FC236}">
                    <a16:creationId xmlns:a16="http://schemas.microsoft.com/office/drawing/2014/main" id="{F30085D8-AC4A-7A5D-2C25-D46866D28B72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41" name="Google Shape;382;p17">
              <a:extLst>
                <a:ext uri="{FF2B5EF4-FFF2-40B4-BE49-F238E27FC236}">
                  <a16:creationId xmlns:a16="http://schemas.microsoft.com/office/drawing/2014/main" id="{1327FBA1-C34C-11CC-E5ED-D25F5D816E45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42" name="Google Shape;383;p17">
                <a:extLst>
                  <a:ext uri="{FF2B5EF4-FFF2-40B4-BE49-F238E27FC236}">
                    <a16:creationId xmlns:a16="http://schemas.microsoft.com/office/drawing/2014/main" id="{DB7FDA38-98ED-F511-0E3B-01D9EB422447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" name="Google Shape;384;p17">
                <a:extLst>
                  <a:ext uri="{FF2B5EF4-FFF2-40B4-BE49-F238E27FC236}">
                    <a16:creationId xmlns:a16="http://schemas.microsoft.com/office/drawing/2014/main" id="{DBAAE328-3430-E8AF-4E26-ED0536D0C9F5}"/>
                  </a:ext>
                </a:extLst>
              </p:cNvPr>
              <p:cNvSpPr/>
              <p:nvPr/>
            </p:nvSpPr>
            <p:spPr>
              <a:xfrm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S</a:t>
                </a:r>
                <a:endParaRPr sz="377"/>
              </a:p>
            </p:txBody>
          </p:sp>
        </p:grpSp>
      </p:grpSp>
      <p:cxnSp>
        <p:nvCxnSpPr>
          <p:cNvPr id="46" name="Google Shape;385;p17">
            <a:extLst>
              <a:ext uri="{FF2B5EF4-FFF2-40B4-BE49-F238E27FC236}">
                <a16:creationId xmlns:a16="http://schemas.microsoft.com/office/drawing/2014/main" id="{29A6CEFD-6CD6-1458-21A0-0699198E94CE}"/>
              </a:ext>
            </a:extLst>
          </p:cNvPr>
          <p:cNvCxnSpPr/>
          <p:nvPr/>
        </p:nvCxnSpPr>
        <p:spPr>
          <a:xfrm>
            <a:off x="1821219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386;p17">
            <a:extLst>
              <a:ext uri="{FF2B5EF4-FFF2-40B4-BE49-F238E27FC236}">
                <a16:creationId xmlns:a16="http://schemas.microsoft.com/office/drawing/2014/main" id="{761B05F6-EC07-DCB7-94DB-328405FC15C3}"/>
              </a:ext>
            </a:extLst>
          </p:cNvPr>
          <p:cNvCxnSpPr/>
          <p:nvPr/>
        </p:nvCxnSpPr>
        <p:spPr>
          <a:xfrm rot="5400000">
            <a:off x="1717419" y="2578628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Google Shape;387;p17">
            <a:extLst>
              <a:ext uri="{FF2B5EF4-FFF2-40B4-BE49-F238E27FC236}">
                <a16:creationId xmlns:a16="http://schemas.microsoft.com/office/drawing/2014/main" id="{7C566B48-2866-5A0B-E793-3C0F967B11AE}"/>
              </a:ext>
            </a:extLst>
          </p:cNvPr>
          <p:cNvSpPr/>
          <p:nvPr/>
        </p:nvSpPr>
        <p:spPr>
          <a:xfrm>
            <a:off x="1749220" y="2330829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PT</a:t>
            </a:r>
            <a:endParaRPr sz="377"/>
          </a:p>
        </p:txBody>
      </p:sp>
      <p:cxnSp>
        <p:nvCxnSpPr>
          <p:cNvPr id="49" name="Google Shape;388;p17">
            <a:extLst>
              <a:ext uri="{FF2B5EF4-FFF2-40B4-BE49-F238E27FC236}">
                <a16:creationId xmlns:a16="http://schemas.microsoft.com/office/drawing/2014/main" id="{F4CF06AA-38E6-BC9A-63DD-D32C25D9A125}"/>
              </a:ext>
            </a:extLst>
          </p:cNvPr>
          <p:cNvCxnSpPr/>
          <p:nvPr/>
        </p:nvCxnSpPr>
        <p:spPr>
          <a:xfrm rot="5400000">
            <a:off x="3027461" y="257862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389;p17">
            <a:extLst>
              <a:ext uri="{FF2B5EF4-FFF2-40B4-BE49-F238E27FC236}">
                <a16:creationId xmlns:a16="http://schemas.microsoft.com/office/drawing/2014/main" id="{44E1B86F-9CF9-6CBA-21F3-B445327636D0}"/>
              </a:ext>
            </a:extLst>
          </p:cNvPr>
          <p:cNvSpPr/>
          <p:nvPr/>
        </p:nvSpPr>
        <p:spPr>
          <a:xfrm>
            <a:off x="3059262" y="2330821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PT</a:t>
            </a:r>
            <a:endParaRPr sz="377"/>
          </a:p>
        </p:txBody>
      </p:sp>
      <p:cxnSp>
        <p:nvCxnSpPr>
          <p:cNvPr id="51" name="Google Shape;390;p17">
            <a:extLst>
              <a:ext uri="{FF2B5EF4-FFF2-40B4-BE49-F238E27FC236}">
                <a16:creationId xmlns:a16="http://schemas.microsoft.com/office/drawing/2014/main" id="{9E55D83A-635F-9E59-7D8A-108EA7F0EB43}"/>
              </a:ext>
            </a:extLst>
          </p:cNvPr>
          <p:cNvCxnSpPr/>
          <p:nvPr/>
        </p:nvCxnSpPr>
        <p:spPr>
          <a:xfrm>
            <a:off x="3334324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392;p17">
            <a:extLst>
              <a:ext uri="{FF2B5EF4-FFF2-40B4-BE49-F238E27FC236}">
                <a16:creationId xmlns:a16="http://schemas.microsoft.com/office/drawing/2014/main" id="{D1ECA3A1-7DD2-5743-973F-C996B7365DA1}"/>
              </a:ext>
            </a:extLst>
          </p:cNvPr>
          <p:cNvCxnSpPr/>
          <p:nvPr/>
        </p:nvCxnSpPr>
        <p:spPr>
          <a:xfrm>
            <a:off x="3542180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4" name="Google Shape;393;p17">
            <a:extLst>
              <a:ext uri="{FF2B5EF4-FFF2-40B4-BE49-F238E27FC236}">
                <a16:creationId xmlns:a16="http://schemas.microsoft.com/office/drawing/2014/main" id="{E36422F8-517A-629C-5B32-2C6711FA2F16}"/>
              </a:ext>
            </a:extLst>
          </p:cNvPr>
          <p:cNvGrpSpPr/>
          <p:nvPr/>
        </p:nvGrpSpPr>
        <p:grpSpPr>
          <a:xfrm>
            <a:off x="3749856" y="2441816"/>
            <a:ext cx="249062" cy="312415"/>
            <a:chOff x="457200" y="3620100"/>
            <a:chExt cx="395400" cy="495975"/>
          </a:xfrm>
        </p:grpSpPr>
        <p:grpSp>
          <p:nvGrpSpPr>
            <p:cNvPr id="55" name="Google Shape;394;p17">
              <a:extLst>
                <a:ext uri="{FF2B5EF4-FFF2-40B4-BE49-F238E27FC236}">
                  <a16:creationId xmlns:a16="http://schemas.microsoft.com/office/drawing/2014/main" id="{F237CDED-6EC6-869A-CA3A-1539D5583E25}"/>
                </a:ext>
              </a:extLst>
            </p:cNvPr>
            <p:cNvGrpSpPr/>
            <p:nvPr/>
          </p:nvGrpSpPr>
          <p:grpSpPr>
            <a:xfrm>
              <a:off x="457200" y="3887475"/>
              <a:ext cx="395400" cy="228600"/>
              <a:chOff x="1413125" y="1836875"/>
              <a:chExt cx="395400" cy="228600"/>
            </a:xfrm>
          </p:grpSpPr>
          <p:sp>
            <p:nvSpPr>
              <p:cNvPr id="62" name="Google Shape;395;p17">
                <a:extLst>
                  <a:ext uri="{FF2B5EF4-FFF2-40B4-BE49-F238E27FC236}">
                    <a16:creationId xmlns:a16="http://schemas.microsoft.com/office/drawing/2014/main" id="{E44CE84C-E712-58AC-F3D3-FADEC0037E5B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CC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63" name="Google Shape;396;p17">
                <a:extLst>
                  <a:ext uri="{FF2B5EF4-FFF2-40B4-BE49-F238E27FC236}">
                    <a16:creationId xmlns:a16="http://schemas.microsoft.com/office/drawing/2014/main" id="{06AABF47-EBD5-E518-B67E-5D0744B4EA5E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CC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cxnSp>
          <p:nvCxnSpPr>
            <p:cNvPr id="56" name="Google Shape;397;p17">
              <a:extLst>
                <a:ext uri="{FF2B5EF4-FFF2-40B4-BE49-F238E27FC236}">
                  <a16:creationId xmlns:a16="http://schemas.microsoft.com/office/drawing/2014/main" id="{AF7693CD-E27B-5EEB-E255-50C613AA1B66}"/>
                </a:ext>
              </a:extLst>
            </p:cNvPr>
            <p:cNvCxnSpPr>
              <a:stCxn id="63" idx="0"/>
            </p:cNvCxnSpPr>
            <p:nvPr/>
          </p:nvCxnSpPr>
          <p:spPr>
            <a:xfrm rot="10800000">
              <a:off x="654900" y="3804375"/>
              <a:ext cx="0" cy="19740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" name="Google Shape;398;p17">
              <a:extLst>
                <a:ext uri="{FF2B5EF4-FFF2-40B4-BE49-F238E27FC236}">
                  <a16:creationId xmlns:a16="http://schemas.microsoft.com/office/drawing/2014/main" id="{3309D6D3-AE6A-BD84-22A7-1A2CA6FD8826}"/>
                </a:ext>
              </a:extLst>
            </p:cNvPr>
            <p:cNvSpPr/>
            <p:nvPr/>
          </p:nvSpPr>
          <p:spPr>
            <a:xfrm>
              <a:off x="540600" y="3726350"/>
              <a:ext cx="228600" cy="228600"/>
            </a:xfrm>
            <a:prstGeom prst="chord">
              <a:avLst>
                <a:gd name="adj1" fmla="val 11952667"/>
                <a:gd name="adj2" fmla="val 20472476"/>
              </a:avLst>
            </a:prstGeom>
            <a:solidFill>
              <a:schemeClr val="lt2"/>
            </a:solidFill>
            <a:ln w="12700" cap="flat" cmpd="sng">
              <a:solidFill>
                <a:srgbClr val="CC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  <p:cxnSp>
          <p:nvCxnSpPr>
            <p:cNvPr id="58" name="Google Shape;399;p17">
              <a:extLst>
                <a:ext uri="{FF2B5EF4-FFF2-40B4-BE49-F238E27FC236}">
                  <a16:creationId xmlns:a16="http://schemas.microsoft.com/office/drawing/2014/main" id="{9299DC73-49E6-B5FE-6836-A547F7991406}"/>
                </a:ext>
              </a:extLst>
            </p:cNvPr>
            <p:cNvCxnSpPr/>
            <p:nvPr/>
          </p:nvCxnSpPr>
          <p:spPr>
            <a:xfrm rot="10800000">
              <a:off x="655025" y="3620775"/>
              <a:ext cx="0" cy="10560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400;p17">
              <a:extLst>
                <a:ext uri="{FF2B5EF4-FFF2-40B4-BE49-F238E27FC236}">
                  <a16:creationId xmlns:a16="http://schemas.microsoft.com/office/drawing/2014/main" id="{3697C1B3-54E3-042F-FF02-866D2B901056}"/>
                </a:ext>
              </a:extLst>
            </p:cNvPr>
            <p:cNvCxnSpPr/>
            <p:nvPr/>
          </p:nvCxnSpPr>
          <p:spPr>
            <a:xfrm rot="10800000">
              <a:off x="654907" y="3624075"/>
              <a:ext cx="152400" cy="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401;p17">
              <a:extLst>
                <a:ext uri="{FF2B5EF4-FFF2-40B4-BE49-F238E27FC236}">
                  <a16:creationId xmlns:a16="http://schemas.microsoft.com/office/drawing/2014/main" id="{D8F2B43B-61AC-6AC3-2111-F6983B60A87D}"/>
                </a:ext>
              </a:extLst>
            </p:cNvPr>
            <p:cNvCxnSpPr/>
            <p:nvPr/>
          </p:nvCxnSpPr>
          <p:spPr>
            <a:xfrm>
              <a:off x="805200" y="3620100"/>
              <a:ext cx="0" cy="17250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402;p17">
              <a:extLst>
                <a:ext uri="{FF2B5EF4-FFF2-40B4-BE49-F238E27FC236}">
                  <a16:creationId xmlns:a16="http://schemas.microsoft.com/office/drawing/2014/main" id="{99487885-800C-FF1E-1D4A-A67043A373ED}"/>
                </a:ext>
              </a:extLst>
            </p:cNvPr>
            <p:cNvCxnSpPr/>
            <p:nvPr/>
          </p:nvCxnSpPr>
          <p:spPr>
            <a:xfrm rot="10800000" flipH="1">
              <a:off x="655043" y="3789075"/>
              <a:ext cx="152400" cy="212700"/>
            </a:xfrm>
            <a:prstGeom prst="straightConnector1">
              <a:avLst/>
            </a:prstGeom>
            <a:noFill/>
            <a:ln w="127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4" name="Google Shape;403;p17">
            <a:extLst>
              <a:ext uri="{FF2B5EF4-FFF2-40B4-BE49-F238E27FC236}">
                <a16:creationId xmlns:a16="http://schemas.microsoft.com/office/drawing/2014/main" id="{76ACBBE4-6CC5-D932-4987-907575D05D57}"/>
              </a:ext>
            </a:extLst>
          </p:cNvPr>
          <p:cNvCxnSpPr/>
          <p:nvPr/>
        </p:nvCxnSpPr>
        <p:spPr>
          <a:xfrm>
            <a:off x="3998932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" name="Google Shape;404;p17">
            <a:extLst>
              <a:ext uri="{FF2B5EF4-FFF2-40B4-BE49-F238E27FC236}">
                <a16:creationId xmlns:a16="http://schemas.microsoft.com/office/drawing/2014/main" id="{E406369D-0B89-BF05-5AAD-CAE60D4B9500}"/>
              </a:ext>
            </a:extLst>
          </p:cNvPr>
          <p:cNvCxnSpPr/>
          <p:nvPr/>
        </p:nvCxnSpPr>
        <p:spPr>
          <a:xfrm>
            <a:off x="4206615" y="2682510"/>
            <a:ext cx="3450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405;p17">
            <a:extLst>
              <a:ext uri="{FF2B5EF4-FFF2-40B4-BE49-F238E27FC236}">
                <a16:creationId xmlns:a16="http://schemas.microsoft.com/office/drawing/2014/main" id="{E889C4EF-FCEF-AE50-A8FC-6F2BB3339B53}"/>
              </a:ext>
            </a:extLst>
          </p:cNvPr>
          <p:cNvCxnSpPr/>
          <p:nvPr/>
        </p:nvCxnSpPr>
        <p:spPr>
          <a:xfrm rot="5400000">
            <a:off x="4102815" y="2578628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406;p17">
            <a:extLst>
              <a:ext uri="{FF2B5EF4-FFF2-40B4-BE49-F238E27FC236}">
                <a16:creationId xmlns:a16="http://schemas.microsoft.com/office/drawing/2014/main" id="{A1ACAA65-B2D5-C578-520A-E23842BE2F98}"/>
              </a:ext>
            </a:extLst>
          </p:cNvPr>
          <p:cNvSpPr/>
          <p:nvPr/>
        </p:nvSpPr>
        <p:spPr>
          <a:xfrm>
            <a:off x="4134622" y="2330821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CC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PT</a:t>
            </a:r>
            <a:endParaRPr sz="377"/>
          </a:p>
        </p:txBody>
      </p:sp>
      <p:cxnSp>
        <p:nvCxnSpPr>
          <p:cNvPr id="68" name="Google Shape;407;p17">
            <a:extLst>
              <a:ext uri="{FF2B5EF4-FFF2-40B4-BE49-F238E27FC236}">
                <a16:creationId xmlns:a16="http://schemas.microsoft.com/office/drawing/2014/main" id="{76465871-8D19-7781-F852-6E9FD93BA989}"/>
              </a:ext>
            </a:extLst>
          </p:cNvPr>
          <p:cNvCxnSpPr/>
          <p:nvPr/>
        </p:nvCxnSpPr>
        <p:spPr>
          <a:xfrm>
            <a:off x="4555602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" name="Google Shape;408;p17">
            <a:extLst>
              <a:ext uri="{FF2B5EF4-FFF2-40B4-BE49-F238E27FC236}">
                <a16:creationId xmlns:a16="http://schemas.microsoft.com/office/drawing/2014/main" id="{A4F3673A-97DB-3DB2-24E1-5681F2439BC6}"/>
              </a:ext>
            </a:extLst>
          </p:cNvPr>
          <p:cNvGrpSpPr/>
          <p:nvPr/>
        </p:nvGrpSpPr>
        <p:grpSpPr>
          <a:xfrm>
            <a:off x="4767201" y="2610498"/>
            <a:ext cx="249062" cy="143995"/>
            <a:chOff x="457200" y="911400"/>
            <a:chExt cx="395400" cy="228600"/>
          </a:xfrm>
        </p:grpSpPr>
        <p:grpSp>
          <p:nvGrpSpPr>
            <p:cNvPr id="70" name="Google Shape;409;p17">
              <a:extLst>
                <a:ext uri="{FF2B5EF4-FFF2-40B4-BE49-F238E27FC236}">
                  <a16:creationId xmlns:a16="http://schemas.microsoft.com/office/drawing/2014/main" id="{75C7BFB5-ECA0-851A-3E8B-313BCC3F97CE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72" name="Google Shape;410;p17">
                <a:extLst>
                  <a:ext uri="{FF2B5EF4-FFF2-40B4-BE49-F238E27FC236}">
                    <a16:creationId xmlns:a16="http://schemas.microsoft.com/office/drawing/2014/main" id="{AB778F6F-62CD-A403-67D1-03835C8856F9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CC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73" name="Google Shape;411;p17">
                <a:extLst>
                  <a:ext uri="{FF2B5EF4-FFF2-40B4-BE49-F238E27FC236}">
                    <a16:creationId xmlns:a16="http://schemas.microsoft.com/office/drawing/2014/main" id="{9DCD3C5A-13A6-619E-F6B6-4C52E8272156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rgbClr val="CC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sp>
          <p:nvSpPr>
            <p:cNvPr id="71" name="Google Shape;412;p17">
              <a:extLst>
                <a:ext uri="{FF2B5EF4-FFF2-40B4-BE49-F238E27FC236}">
                  <a16:creationId xmlns:a16="http://schemas.microsoft.com/office/drawing/2014/main" id="{6DE66342-0869-DF93-D826-FAA75E160848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CC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</p:grpSp>
      <p:cxnSp>
        <p:nvCxnSpPr>
          <p:cNvPr id="74" name="Google Shape;413;p17">
            <a:extLst>
              <a:ext uri="{FF2B5EF4-FFF2-40B4-BE49-F238E27FC236}">
                <a16:creationId xmlns:a16="http://schemas.microsoft.com/office/drawing/2014/main" id="{4678A264-1CD7-4215-21C0-1CEF885399BB}"/>
              </a:ext>
            </a:extLst>
          </p:cNvPr>
          <p:cNvCxnSpPr/>
          <p:nvPr/>
        </p:nvCxnSpPr>
        <p:spPr>
          <a:xfrm>
            <a:off x="5016277" y="2682510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414;p17">
            <a:extLst>
              <a:ext uri="{FF2B5EF4-FFF2-40B4-BE49-F238E27FC236}">
                <a16:creationId xmlns:a16="http://schemas.microsoft.com/office/drawing/2014/main" id="{DAAB198B-2BCC-B7EE-9D6E-2524D3348A8B}"/>
              </a:ext>
            </a:extLst>
          </p:cNvPr>
          <p:cNvCxnSpPr/>
          <p:nvPr/>
        </p:nvCxnSpPr>
        <p:spPr>
          <a:xfrm rot="5400000">
            <a:off x="5119814" y="2578628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415;p17">
            <a:extLst>
              <a:ext uri="{FF2B5EF4-FFF2-40B4-BE49-F238E27FC236}">
                <a16:creationId xmlns:a16="http://schemas.microsoft.com/office/drawing/2014/main" id="{06CAB146-6CF2-50B4-1F54-CF58D15029B6}"/>
              </a:ext>
            </a:extLst>
          </p:cNvPr>
          <p:cNvSpPr/>
          <p:nvPr/>
        </p:nvSpPr>
        <p:spPr>
          <a:xfrm>
            <a:off x="5151621" y="2330821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CC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PT</a:t>
            </a:r>
            <a:endParaRPr sz="377"/>
          </a:p>
        </p:txBody>
      </p:sp>
      <p:cxnSp>
        <p:nvCxnSpPr>
          <p:cNvPr id="77" name="Google Shape;416;p17">
            <a:extLst>
              <a:ext uri="{FF2B5EF4-FFF2-40B4-BE49-F238E27FC236}">
                <a16:creationId xmlns:a16="http://schemas.microsoft.com/office/drawing/2014/main" id="{6A64ECAF-E965-54CF-CB72-214465E8D0BD}"/>
              </a:ext>
            </a:extLst>
          </p:cNvPr>
          <p:cNvCxnSpPr/>
          <p:nvPr/>
        </p:nvCxnSpPr>
        <p:spPr>
          <a:xfrm>
            <a:off x="5223959" y="2682510"/>
            <a:ext cx="2169900" cy="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417;p17">
            <a:extLst>
              <a:ext uri="{FF2B5EF4-FFF2-40B4-BE49-F238E27FC236}">
                <a16:creationId xmlns:a16="http://schemas.microsoft.com/office/drawing/2014/main" id="{B69D3B71-31D5-7EE9-7B90-E6A3459DC069}"/>
              </a:ext>
            </a:extLst>
          </p:cNvPr>
          <p:cNvSpPr txBox="1"/>
          <p:nvPr/>
        </p:nvSpPr>
        <p:spPr>
          <a:xfrm>
            <a:off x="3629958" y="2731985"/>
            <a:ext cx="463412" cy="224047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57600" tIns="57600" rIns="57600" bIns="57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 dirty="0">
                <a:solidFill>
                  <a:schemeClr val="tx1"/>
                </a:solidFill>
              </a:rPr>
              <a:t>150 PSI</a:t>
            </a:r>
            <a:endParaRPr sz="700" b="1" dirty="0">
              <a:solidFill>
                <a:schemeClr val="tx1"/>
              </a:solidFill>
            </a:endParaRPr>
          </a:p>
        </p:txBody>
      </p:sp>
      <p:grpSp>
        <p:nvGrpSpPr>
          <p:cNvPr id="79" name="Google Shape;418;p17">
            <a:extLst>
              <a:ext uri="{FF2B5EF4-FFF2-40B4-BE49-F238E27FC236}">
                <a16:creationId xmlns:a16="http://schemas.microsoft.com/office/drawing/2014/main" id="{7F3BC145-428D-A426-62B2-E63364C0B9BE}"/>
              </a:ext>
            </a:extLst>
          </p:cNvPr>
          <p:cNvGrpSpPr/>
          <p:nvPr/>
        </p:nvGrpSpPr>
        <p:grpSpPr>
          <a:xfrm rot="10800000">
            <a:off x="4449442" y="1305089"/>
            <a:ext cx="249062" cy="251864"/>
            <a:chOff x="457200" y="2122028"/>
            <a:chExt cx="395400" cy="399847"/>
          </a:xfrm>
        </p:grpSpPr>
        <p:grpSp>
          <p:nvGrpSpPr>
            <p:cNvPr id="80" name="Google Shape;419;p17">
              <a:extLst>
                <a:ext uri="{FF2B5EF4-FFF2-40B4-BE49-F238E27FC236}">
                  <a16:creationId xmlns:a16="http://schemas.microsoft.com/office/drawing/2014/main" id="{AFB49275-22EF-244A-7D12-4054157335A3}"/>
                </a:ext>
              </a:extLst>
            </p:cNvPr>
            <p:cNvGrpSpPr/>
            <p:nvPr/>
          </p:nvGrpSpPr>
          <p:grpSpPr>
            <a:xfrm>
              <a:off x="457200" y="2293275"/>
              <a:ext cx="395400" cy="228600"/>
              <a:chOff x="457200" y="911400"/>
              <a:chExt cx="395400" cy="228600"/>
            </a:xfrm>
          </p:grpSpPr>
          <p:grpSp>
            <p:nvGrpSpPr>
              <p:cNvPr id="86" name="Google Shape;420;p17">
                <a:extLst>
                  <a:ext uri="{FF2B5EF4-FFF2-40B4-BE49-F238E27FC236}">
                    <a16:creationId xmlns:a16="http://schemas.microsoft.com/office/drawing/2014/main" id="{9A705D0D-CC27-CFD2-1044-6DAE71AC3392}"/>
                  </a:ext>
                </a:extLst>
              </p:cNvPr>
              <p:cNvGrpSpPr/>
              <p:nvPr/>
            </p:nvGrpSpPr>
            <p:grpSpPr>
              <a:xfrm>
                <a:off x="457200" y="911400"/>
                <a:ext cx="395400" cy="228600"/>
                <a:chOff x="1413125" y="1836875"/>
                <a:chExt cx="395400" cy="228600"/>
              </a:xfrm>
            </p:grpSpPr>
            <p:sp>
              <p:nvSpPr>
                <p:cNvPr id="88" name="Google Shape;421;p17">
                  <a:extLst>
                    <a:ext uri="{FF2B5EF4-FFF2-40B4-BE49-F238E27FC236}">
                      <a16:creationId xmlns:a16="http://schemas.microsoft.com/office/drawing/2014/main" id="{176F0BE1-D557-9EFD-8BF0-1CF72EA0CE7A}"/>
                    </a:ext>
                  </a:extLst>
                </p:cNvPr>
                <p:cNvSpPr/>
                <p:nvPr/>
              </p:nvSpPr>
              <p:spPr>
                <a:xfrm rot="5400000">
                  <a:off x="13976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600" tIns="57600" rIns="57600" bIns="576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81"/>
                </a:p>
              </p:txBody>
            </p:sp>
            <p:sp>
              <p:nvSpPr>
                <p:cNvPr id="89" name="Google Shape;422;p17">
                  <a:extLst>
                    <a:ext uri="{FF2B5EF4-FFF2-40B4-BE49-F238E27FC236}">
                      <a16:creationId xmlns:a16="http://schemas.microsoft.com/office/drawing/2014/main" id="{84EECEE4-2761-E35B-6839-A92FDF0419D0}"/>
                    </a:ext>
                  </a:extLst>
                </p:cNvPr>
                <p:cNvSpPr/>
                <p:nvPr/>
              </p:nvSpPr>
              <p:spPr>
                <a:xfrm rot="-5400000">
                  <a:off x="15953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600" tIns="57600" rIns="57600" bIns="576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81"/>
                </a:p>
              </p:txBody>
            </p:sp>
          </p:grpSp>
          <p:sp>
            <p:nvSpPr>
              <p:cNvPr id="87" name="Google Shape;423;p17">
                <a:extLst>
                  <a:ext uri="{FF2B5EF4-FFF2-40B4-BE49-F238E27FC236}">
                    <a16:creationId xmlns:a16="http://schemas.microsoft.com/office/drawing/2014/main" id="{221BB362-DB50-8BDB-E8DB-B7F1B65D440F}"/>
                  </a:ext>
                </a:extLst>
              </p:cNvPr>
              <p:cNvSpPr/>
              <p:nvPr/>
            </p:nvSpPr>
            <p:spPr>
              <a:xfrm>
                <a:off x="540600" y="911400"/>
                <a:ext cx="228600" cy="228600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83" name="Google Shape;424;p17">
              <a:extLst>
                <a:ext uri="{FF2B5EF4-FFF2-40B4-BE49-F238E27FC236}">
                  <a16:creationId xmlns:a16="http://schemas.microsoft.com/office/drawing/2014/main" id="{786E6A72-2E11-A662-3AFB-41E1281943F1}"/>
                </a:ext>
              </a:extLst>
            </p:cNvPr>
            <p:cNvGrpSpPr/>
            <p:nvPr/>
          </p:nvGrpSpPr>
          <p:grpSpPr>
            <a:xfrm>
              <a:off x="595950" y="2122028"/>
              <a:ext cx="117900" cy="171247"/>
              <a:chOff x="595950" y="335700"/>
              <a:chExt cx="117900" cy="171247"/>
            </a:xfrm>
          </p:grpSpPr>
          <p:cxnSp>
            <p:nvCxnSpPr>
              <p:cNvPr id="84" name="Google Shape;425;p17">
                <a:extLst>
                  <a:ext uri="{FF2B5EF4-FFF2-40B4-BE49-F238E27FC236}">
                    <a16:creationId xmlns:a16="http://schemas.microsoft.com/office/drawing/2014/main" id="{C5F77700-B1F7-35DD-25BC-1E62A7DE9B58}"/>
                  </a:ext>
                </a:extLst>
              </p:cNvPr>
              <p:cNvCxnSpPr>
                <a:stCxn id="87" idx="0"/>
              </p:cNvCxnSpPr>
              <p:nvPr/>
            </p:nvCxnSpPr>
            <p:spPr>
              <a:xfrm rot="10800000">
                <a:off x="654900" y="453547"/>
                <a:ext cx="0" cy="534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5" name="Google Shape;426;p17">
                <a:extLst>
                  <a:ext uri="{FF2B5EF4-FFF2-40B4-BE49-F238E27FC236}">
                    <a16:creationId xmlns:a16="http://schemas.microsoft.com/office/drawing/2014/main" id="{C2B995B3-56FB-3218-7F9A-151F65ADD194}"/>
                  </a:ext>
                </a:extLst>
              </p:cNvPr>
              <p:cNvSpPr/>
              <p:nvPr/>
            </p:nvSpPr>
            <p:spPr>
              <a:xfrm rot="10800000" flipH="1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 dirty="0"/>
                  <a:t>P</a:t>
                </a:r>
                <a:endParaRPr sz="377" dirty="0"/>
              </a:p>
            </p:txBody>
          </p:sp>
        </p:grpSp>
      </p:grpSp>
      <p:cxnSp>
        <p:nvCxnSpPr>
          <p:cNvPr id="90" name="Google Shape;427;p17">
            <a:extLst>
              <a:ext uri="{FF2B5EF4-FFF2-40B4-BE49-F238E27FC236}">
                <a16:creationId xmlns:a16="http://schemas.microsoft.com/office/drawing/2014/main" id="{046A4AE4-C0B6-53DA-37B6-E972C6DE7729}"/>
              </a:ext>
            </a:extLst>
          </p:cNvPr>
          <p:cNvCxnSpPr/>
          <p:nvPr/>
        </p:nvCxnSpPr>
        <p:spPr>
          <a:xfrm>
            <a:off x="4702484" y="13770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" name="Google Shape;428;p17">
            <a:extLst>
              <a:ext uri="{FF2B5EF4-FFF2-40B4-BE49-F238E27FC236}">
                <a16:creationId xmlns:a16="http://schemas.microsoft.com/office/drawing/2014/main" id="{C7E1DF3B-A215-FA40-47C4-037D23A3CD1E}"/>
              </a:ext>
            </a:extLst>
          </p:cNvPr>
          <p:cNvGrpSpPr/>
          <p:nvPr/>
        </p:nvGrpSpPr>
        <p:grpSpPr>
          <a:xfrm>
            <a:off x="4910159" y="1305020"/>
            <a:ext cx="95997" cy="143995"/>
            <a:chOff x="578700" y="2634675"/>
            <a:chExt cx="152400" cy="228600"/>
          </a:xfrm>
        </p:grpSpPr>
        <p:cxnSp>
          <p:nvCxnSpPr>
            <p:cNvPr id="92" name="Google Shape;429;p17">
              <a:extLst>
                <a:ext uri="{FF2B5EF4-FFF2-40B4-BE49-F238E27FC236}">
                  <a16:creationId xmlns:a16="http://schemas.microsoft.com/office/drawing/2014/main" id="{706FE669-D94D-A841-751D-3B10E3D12833}"/>
                </a:ext>
              </a:extLst>
            </p:cNvPr>
            <p:cNvCxnSpPr/>
            <p:nvPr/>
          </p:nvCxnSpPr>
          <p:spPr>
            <a:xfrm>
              <a:off x="5787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430;p17">
              <a:extLst>
                <a:ext uri="{FF2B5EF4-FFF2-40B4-BE49-F238E27FC236}">
                  <a16:creationId xmlns:a16="http://schemas.microsoft.com/office/drawing/2014/main" id="{E5DED89A-0E68-9EEB-6EBC-20800F4F4596}"/>
                </a:ext>
              </a:extLst>
            </p:cNvPr>
            <p:cNvCxnSpPr/>
            <p:nvPr/>
          </p:nvCxnSpPr>
          <p:spPr>
            <a:xfrm>
              <a:off x="7311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431;p17">
              <a:extLst>
                <a:ext uri="{FF2B5EF4-FFF2-40B4-BE49-F238E27FC236}">
                  <a16:creationId xmlns:a16="http://schemas.microsoft.com/office/drawing/2014/main" id="{40345427-C1E4-B70E-D093-D16ED25CA9F8}"/>
                </a:ext>
              </a:extLst>
            </p:cNvPr>
            <p:cNvCxnSpPr/>
            <p:nvPr/>
          </p:nvCxnSpPr>
          <p:spPr>
            <a:xfrm>
              <a:off x="578700" y="2674575"/>
              <a:ext cx="150600" cy="150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95" name="Google Shape;432;p17">
            <a:extLst>
              <a:ext uri="{FF2B5EF4-FFF2-40B4-BE49-F238E27FC236}">
                <a16:creationId xmlns:a16="http://schemas.microsoft.com/office/drawing/2014/main" id="{9D1CC0C4-9206-E4A9-E41A-A8AC9932E05D}"/>
              </a:ext>
            </a:extLst>
          </p:cNvPr>
          <p:cNvCxnSpPr/>
          <p:nvPr/>
        </p:nvCxnSpPr>
        <p:spPr>
          <a:xfrm>
            <a:off x="5006167" y="13770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6" name="Google Shape;433;p17">
            <a:extLst>
              <a:ext uri="{FF2B5EF4-FFF2-40B4-BE49-F238E27FC236}">
                <a16:creationId xmlns:a16="http://schemas.microsoft.com/office/drawing/2014/main" id="{B2492367-3C73-8D18-EA1B-39BC46EFB9C8}"/>
              </a:ext>
            </a:extLst>
          </p:cNvPr>
          <p:cNvGrpSpPr/>
          <p:nvPr/>
        </p:nvGrpSpPr>
        <p:grpSpPr>
          <a:xfrm rot="-5400000">
            <a:off x="4411096" y="1777451"/>
            <a:ext cx="249062" cy="223407"/>
            <a:chOff x="457200" y="1749604"/>
            <a:chExt cx="395400" cy="354671"/>
          </a:xfrm>
        </p:grpSpPr>
        <p:grpSp>
          <p:nvGrpSpPr>
            <p:cNvPr id="97" name="Google Shape;434;p17">
              <a:extLst>
                <a:ext uri="{FF2B5EF4-FFF2-40B4-BE49-F238E27FC236}">
                  <a16:creationId xmlns:a16="http://schemas.microsoft.com/office/drawing/2014/main" id="{ABDDB487-3CBC-316A-9291-DEB0AA43A0BD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101" name="Google Shape;435;p17">
                <a:extLst>
                  <a:ext uri="{FF2B5EF4-FFF2-40B4-BE49-F238E27FC236}">
                    <a16:creationId xmlns:a16="http://schemas.microsoft.com/office/drawing/2014/main" id="{AC8A5862-EA7F-4A24-FE21-A7EF9299CDCA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102" name="Google Shape;436;p17">
                <a:extLst>
                  <a:ext uri="{FF2B5EF4-FFF2-40B4-BE49-F238E27FC236}">
                    <a16:creationId xmlns:a16="http://schemas.microsoft.com/office/drawing/2014/main" id="{A416FC6F-5F22-8176-67AD-3DA9F88BCE44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98" name="Google Shape;437;p17">
              <a:extLst>
                <a:ext uri="{FF2B5EF4-FFF2-40B4-BE49-F238E27FC236}">
                  <a16:creationId xmlns:a16="http://schemas.microsoft.com/office/drawing/2014/main" id="{F11287DC-DDAA-E83F-25FB-E6081A3819DF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99" name="Google Shape;438;p17">
                <a:extLst>
                  <a:ext uri="{FF2B5EF4-FFF2-40B4-BE49-F238E27FC236}">
                    <a16:creationId xmlns:a16="http://schemas.microsoft.com/office/drawing/2014/main" id="{F73307DE-D2AC-C79A-3ED2-ED90D9194E7A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0" name="Google Shape;439;p17">
                <a:extLst>
                  <a:ext uri="{FF2B5EF4-FFF2-40B4-BE49-F238E27FC236}">
                    <a16:creationId xmlns:a16="http://schemas.microsoft.com/office/drawing/2014/main" id="{F1BC7DE7-33F5-EBF7-A408-9425C3DBB979}"/>
                  </a:ext>
                </a:extLst>
              </p:cNvPr>
              <p:cNvSpPr/>
              <p:nvPr/>
            </p:nvSpPr>
            <p:spPr>
              <a:xfrm rot="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S</a:t>
                </a:r>
                <a:endParaRPr sz="377"/>
              </a:p>
            </p:txBody>
          </p:sp>
        </p:grpSp>
      </p:grpSp>
      <p:cxnSp>
        <p:nvCxnSpPr>
          <p:cNvPr id="103" name="Google Shape;440;p17">
            <a:extLst>
              <a:ext uri="{FF2B5EF4-FFF2-40B4-BE49-F238E27FC236}">
                <a16:creationId xmlns:a16="http://schemas.microsoft.com/office/drawing/2014/main" id="{8C027EF8-6B98-EBA5-F7B8-EDF941C31617}"/>
              </a:ext>
            </a:extLst>
          </p:cNvPr>
          <p:cNvCxnSpPr/>
          <p:nvPr/>
        </p:nvCxnSpPr>
        <p:spPr>
          <a:xfrm rot="-5400000">
            <a:off x="4470163" y="1660813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441;p17">
            <a:extLst>
              <a:ext uri="{FF2B5EF4-FFF2-40B4-BE49-F238E27FC236}">
                <a16:creationId xmlns:a16="http://schemas.microsoft.com/office/drawing/2014/main" id="{F7DD47EF-DA6E-8BF6-28FE-D35F90CD9FED}"/>
              </a:ext>
            </a:extLst>
          </p:cNvPr>
          <p:cNvCxnSpPr/>
          <p:nvPr/>
        </p:nvCxnSpPr>
        <p:spPr>
          <a:xfrm rot="5400000">
            <a:off x="5110050" y="1273174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442;p17">
            <a:extLst>
              <a:ext uri="{FF2B5EF4-FFF2-40B4-BE49-F238E27FC236}">
                <a16:creationId xmlns:a16="http://schemas.microsoft.com/office/drawing/2014/main" id="{12910395-170C-0951-CECB-3835EC46C399}"/>
              </a:ext>
            </a:extLst>
          </p:cNvPr>
          <p:cNvCxnSpPr/>
          <p:nvPr/>
        </p:nvCxnSpPr>
        <p:spPr>
          <a:xfrm>
            <a:off x="5213850" y="1377057"/>
            <a:ext cx="3408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443;p17">
            <a:extLst>
              <a:ext uri="{FF2B5EF4-FFF2-40B4-BE49-F238E27FC236}">
                <a16:creationId xmlns:a16="http://schemas.microsoft.com/office/drawing/2014/main" id="{B18674CE-B5AC-0E79-B295-FADF772F8DAD}"/>
              </a:ext>
            </a:extLst>
          </p:cNvPr>
          <p:cNvCxnSpPr/>
          <p:nvPr/>
        </p:nvCxnSpPr>
        <p:spPr>
          <a:xfrm rot="5400000">
            <a:off x="5110050" y="14808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7" name="Google Shape;444;p17">
            <a:extLst>
              <a:ext uri="{FF2B5EF4-FFF2-40B4-BE49-F238E27FC236}">
                <a16:creationId xmlns:a16="http://schemas.microsoft.com/office/drawing/2014/main" id="{1487F633-A0C8-8351-5D8C-F7E8B7C5E24C}"/>
              </a:ext>
            </a:extLst>
          </p:cNvPr>
          <p:cNvGrpSpPr/>
          <p:nvPr/>
        </p:nvGrpSpPr>
        <p:grpSpPr>
          <a:xfrm>
            <a:off x="5140935" y="915890"/>
            <a:ext cx="196529" cy="253453"/>
            <a:chOff x="540600" y="1275600"/>
            <a:chExt cx="312000" cy="402370"/>
          </a:xfrm>
        </p:grpSpPr>
        <p:sp>
          <p:nvSpPr>
            <p:cNvPr id="108" name="Google Shape;445;p17">
              <a:extLst>
                <a:ext uri="{FF2B5EF4-FFF2-40B4-BE49-F238E27FC236}">
                  <a16:creationId xmlns:a16="http://schemas.microsoft.com/office/drawing/2014/main" id="{857740B3-157E-2882-0381-9C5C6D36D233}"/>
                </a:ext>
              </a:extLst>
            </p:cNvPr>
            <p:cNvSpPr/>
            <p:nvPr/>
          </p:nvSpPr>
          <p:spPr>
            <a:xfrm>
              <a:off x="540600" y="148027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  <p:sp>
          <p:nvSpPr>
            <p:cNvPr id="109" name="Google Shape;446;p17">
              <a:extLst>
                <a:ext uri="{FF2B5EF4-FFF2-40B4-BE49-F238E27FC236}">
                  <a16:creationId xmlns:a16="http://schemas.microsoft.com/office/drawing/2014/main" id="{8FAA33C5-28C3-4E80-DA87-44489224DFD9}"/>
                </a:ext>
              </a:extLst>
            </p:cNvPr>
            <p:cNvSpPr/>
            <p:nvPr/>
          </p:nvSpPr>
          <p:spPr>
            <a:xfrm rot="-5400000">
              <a:off x="639450" y="138105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  <p:cxnSp>
          <p:nvCxnSpPr>
            <p:cNvPr id="110" name="Google Shape;447;p17">
              <a:extLst>
                <a:ext uri="{FF2B5EF4-FFF2-40B4-BE49-F238E27FC236}">
                  <a16:creationId xmlns:a16="http://schemas.microsoft.com/office/drawing/2014/main" id="{C78C589A-1236-4464-209E-2AE025CD21D4}"/>
                </a:ext>
              </a:extLst>
            </p:cNvPr>
            <p:cNvCxnSpPr>
              <a:stCxn id="109" idx="0"/>
            </p:cNvCxnSpPr>
            <p:nvPr/>
          </p:nvCxnSpPr>
          <p:spPr>
            <a:xfrm rot="10800000">
              <a:off x="654900" y="1275600"/>
              <a:ext cx="0" cy="2043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448;p17">
              <a:extLst>
                <a:ext uri="{FF2B5EF4-FFF2-40B4-BE49-F238E27FC236}">
                  <a16:creationId xmlns:a16="http://schemas.microsoft.com/office/drawing/2014/main" id="{1631D1D5-726D-2E4C-D114-DD4C5B07EC40}"/>
                </a:ext>
              </a:extLst>
            </p:cNvPr>
            <p:cNvCxnSpPr/>
            <p:nvPr/>
          </p:nvCxnSpPr>
          <p:spPr>
            <a:xfrm>
              <a:off x="603900" y="134087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449;p17">
              <a:extLst>
                <a:ext uri="{FF2B5EF4-FFF2-40B4-BE49-F238E27FC236}">
                  <a16:creationId xmlns:a16="http://schemas.microsoft.com/office/drawing/2014/main" id="{96AC3F70-8FEF-2773-B516-7CFA39A0BE87}"/>
                </a:ext>
              </a:extLst>
            </p:cNvPr>
            <p:cNvCxnSpPr/>
            <p:nvPr/>
          </p:nvCxnSpPr>
          <p:spPr>
            <a:xfrm>
              <a:off x="603900" y="140822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3" name="Google Shape;450;p17">
            <a:extLst>
              <a:ext uri="{FF2B5EF4-FFF2-40B4-BE49-F238E27FC236}">
                <a16:creationId xmlns:a16="http://schemas.microsoft.com/office/drawing/2014/main" id="{C3A5AE2A-B1FC-E4C6-5DDF-DE6263078975}"/>
              </a:ext>
            </a:extLst>
          </p:cNvPr>
          <p:cNvGrpSpPr/>
          <p:nvPr/>
        </p:nvGrpSpPr>
        <p:grpSpPr>
          <a:xfrm rot="5400000">
            <a:off x="5126636" y="1597562"/>
            <a:ext cx="249062" cy="223407"/>
            <a:chOff x="457200" y="1749604"/>
            <a:chExt cx="395400" cy="354671"/>
          </a:xfrm>
        </p:grpSpPr>
        <p:grpSp>
          <p:nvGrpSpPr>
            <p:cNvPr id="114" name="Google Shape;451;p17">
              <a:extLst>
                <a:ext uri="{FF2B5EF4-FFF2-40B4-BE49-F238E27FC236}">
                  <a16:creationId xmlns:a16="http://schemas.microsoft.com/office/drawing/2014/main" id="{33B94ADA-C203-7A54-5BED-FE9231FE2808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118" name="Google Shape;452;p17">
                <a:extLst>
                  <a:ext uri="{FF2B5EF4-FFF2-40B4-BE49-F238E27FC236}">
                    <a16:creationId xmlns:a16="http://schemas.microsoft.com/office/drawing/2014/main" id="{6F5DB74E-7688-9CD0-ED64-CCB92743D27E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119" name="Google Shape;453;p17">
                <a:extLst>
                  <a:ext uri="{FF2B5EF4-FFF2-40B4-BE49-F238E27FC236}">
                    <a16:creationId xmlns:a16="http://schemas.microsoft.com/office/drawing/2014/main" id="{7733199E-49F3-39E1-D6B6-91DD73676CDC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115" name="Google Shape;454;p17">
              <a:extLst>
                <a:ext uri="{FF2B5EF4-FFF2-40B4-BE49-F238E27FC236}">
                  <a16:creationId xmlns:a16="http://schemas.microsoft.com/office/drawing/2014/main" id="{DA7EEBD9-8C02-2DBE-E601-4D36B633E5CD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116" name="Google Shape;455;p17">
                <a:extLst>
                  <a:ext uri="{FF2B5EF4-FFF2-40B4-BE49-F238E27FC236}">
                    <a16:creationId xmlns:a16="http://schemas.microsoft.com/office/drawing/2014/main" id="{5641D937-3497-D708-467D-290C6E313108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7" name="Google Shape;456;p17">
                <a:extLst>
                  <a:ext uri="{FF2B5EF4-FFF2-40B4-BE49-F238E27FC236}">
                    <a16:creationId xmlns:a16="http://schemas.microsoft.com/office/drawing/2014/main" id="{BD46066A-39F9-2B84-19A1-16DD992FF0BA}"/>
                  </a:ext>
                </a:extLst>
              </p:cNvPr>
              <p:cNvSpPr/>
              <p:nvPr/>
            </p:nvSpPr>
            <p:spPr>
              <a:xfrm rot="-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S</a:t>
                </a:r>
                <a:endParaRPr sz="377"/>
              </a:p>
            </p:txBody>
          </p:sp>
        </p:grpSp>
      </p:grpSp>
      <p:cxnSp>
        <p:nvCxnSpPr>
          <p:cNvPr id="120" name="Google Shape;457;p17">
            <a:extLst>
              <a:ext uri="{FF2B5EF4-FFF2-40B4-BE49-F238E27FC236}">
                <a16:creationId xmlns:a16="http://schemas.microsoft.com/office/drawing/2014/main" id="{BF581713-E96C-C4F9-4AEE-363D4265922A}"/>
              </a:ext>
            </a:extLst>
          </p:cNvPr>
          <p:cNvCxnSpPr/>
          <p:nvPr/>
        </p:nvCxnSpPr>
        <p:spPr>
          <a:xfrm rot="5400000">
            <a:off x="5447966" y="1273162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" name="Google Shape;458;p17">
            <a:extLst>
              <a:ext uri="{FF2B5EF4-FFF2-40B4-BE49-F238E27FC236}">
                <a16:creationId xmlns:a16="http://schemas.microsoft.com/office/drawing/2014/main" id="{02DA3CCE-C283-DE97-5A8B-36C8D2126438}"/>
              </a:ext>
            </a:extLst>
          </p:cNvPr>
          <p:cNvSpPr/>
          <p:nvPr/>
        </p:nvSpPr>
        <p:spPr>
          <a:xfrm>
            <a:off x="5479773" y="1025356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PT</a:t>
            </a:r>
            <a:endParaRPr sz="377"/>
          </a:p>
        </p:txBody>
      </p:sp>
      <p:cxnSp>
        <p:nvCxnSpPr>
          <p:cNvPr id="122" name="Google Shape;459;p17">
            <a:extLst>
              <a:ext uri="{FF2B5EF4-FFF2-40B4-BE49-F238E27FC236}">
                <a16:creationId xmlns:a16="http://schemas.microsoft.com/office/drawing/2014/main" id="{5E54213D-BE2F-C881-D541-DEE298EFF622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5551768" y="1377057"/>
            <a:ext cx="167995" cy="495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460;p17">
            <a:extLst>
              <a:ext uri="{FF2B5EF4-FFF2-40B4-BE49-F238E27FC236}">
                <a16:creationId xmlns:a16="http://schemas.microsoft.com/office/drawing/2014/main" id="{938F5030-833C-8040-DE61-C0828A499C81}"/>
              </a:ext>
            </a:extLst>
          </p:cNvPr>
          <p:cNvSpPr/>
          <p:nvPr/>
        </p:nvSpPr>
        <p:spPr>
          <a:xfrm>
            <a:off x="5719763" y="1238249"/>
            <a:ext cx="461593" cy="278606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600" tIns="57600" rIns="57600" bIns="5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/>
              <a:t>Fuel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/>
              <a:t>500 PSI</a:t>
            </a:r>
            <a:endParaRPr sz="600" b="1" dirty="0"/>
          </a:p>
        </p:txBody>
      </p:sp>
      <p:cxnSp>
        <p:nvCxnSpPr>
          <p:cNvPr id="124" name="Google Shape;461;p17">
            <a:extLst>
              <a:ext uri="{FF2B5EF4-FFF2-40B4-BE49-F238E27FC236}">
                <a16:creationId xmlns:a16="http://schemas.microsoft.com/office/drawing/2014/main" id="{C298539D-807B-4D2F-7BE3-3E524E682F70}"/>
              </a:ext>
            </a:extLst>
          </p:cNvPr>
          <p:cNvCxnSpPr>
            <a:cxnSpLocks/>
            <a:stCxn id="123" idx="3"/>
          </p:cNvCxnSpPr>
          <p:nvPr/>
        </p:nvCxnSpPr>
        <p:spPr>
          <a:xfrm>
            <a:off x="6181356" y="1377552"/>
            <a:ext cx="221826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462;p17">
            <a:extLst>
              <a:ext uri="{FF2B5EF4-FFF2-40B4-BE49-F238E27FC236}">
                <a16:creationId xmlns:a16="http://schemas.microsoft.com/office/drawing/2014/main" id="{A55A3A70-0AC6-A3F1-3009-9147D095F300}"/>
              </a:ext>
            </a:extLst>
          </p:cNvPr>
          <p:cNvCxnSpPr/>
          <p:nvPr/>
        </p:nvCxnSpPr>
        <p:spPr>
          <a:xfrm rot="5400000">
            <a:off x="6297706" y="1271354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" name="Google Shape;463;p17">
            <a:extLst>
              <a:ext uri="{FF2B5EF4-FFF2-40B4-BE49-F238E27FC236}">
                <a16:creationId xmlns:a16="http://schemas.microsoft.com/office/drawing/2014/main" id="{8D1F9A08-2CAC-0A13-0B23-496351DEACA5}"/>
              </a:ext>
            </a:extLst>
          </p:cNvPr>
          <p:cNvGrpSpPr/>
          <p:nvPr/>
        </p:nvGrpSpPr>
        <p:grpSpPr>
          <a:xfrm rot="-5400000">
            <a:off x="6276961" y="971040"/>
            <a:ext cx="249062" cy="143995"/>
            <a:chOff x="457200" y="911400"/>
            <a:chExt cx="395400" cy="228600"/>
          </a:xfrm>
        </p:grpSpPr>
        <p:grpSp>
          <p:nvGrpSpPr>
            <p:cNvPr id="127" name="Google Shape;464;p17">
              <a:extLst>
                <a:ext uri="{FF2B5EF4-FFF2-40B4-BE49-F238E27FC236}">
                  <a16:creationId xmlns:a16="http://schemas.microsoft.com/office/drawing/2014/main" id="{5290C7D9-A309-9CB4-8525-E154DEF2769F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129" name="Google Shape;465;p17">
                <a:extLst>
                  <a:ext uri="{FF2B5EF4-FFF2-40B4-BE49-F238E27FC236}">
                    <a16:creationId xmlns:a16="http://schemas.microsoft.com/office/drawing/2014/main" id="{15376AFB-3AEA-E68E-47DD-AD90C3A74B73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130" name="Google Shape;466;p17">
                <a:extLst>
                  <a:ext uri="{FF2B5EF4-FFF2-40B4-BE49-F238E27FC236}">
                    <a16:creationId xmlns:a16="http://schemas.microsoft.com/office/drawing/2014/main" id="{C6EB9BFC-EF07-50C5-0EF9-5EFF0C5ED2DE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sp>
          <p:nvSpPr>
            <p:cNvPr id="128" name="Google Shape;467;p17">
              <a:extLst>
                <a:ext uri="{FF2B5EF4-FFF2-40B4-BE49-F238E27FC236}">
                  <a16:creationId xmlns:a16="http://schemas.microsoft.com/office/drawing/2014/main" id="{A314276D-21F2-EFE8-B654-D1BB46D2DFB2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</p:grpSp>
      <p:grpSp>
        <p:nvGrpSpPr>
          <p:cNvPr id="131" name="Google Shape;468;p17">
            <a:extLst>
              <a:ext uri="{FF2B5EF4-FFF2-40B4-BE49-F238E27FC236}">
                <a16:creationId xmlns:a16="http://schemas.microsoft.com/office/drawing/2014/main" id="{4601AAA0-6B4B-1F9A-8038-9499CB957FE0}"/>
              </a:ext>
            </a:extLst>
          </p:cNvPr>
          <p:cNvGrpSpPr/>
          <p:nvPr/>
        </p:nvGrpSpPr>
        <p:grpSpPr>
          <a:xfrm rot="-5400000">
            <a:off x="6382724" y="618284"/>
            <a:ext cx="37462" cy="143995"/>
            <a:chOff x="625163" y="3317475"/>
            <a:chExt cx="59473" cy="228600"/>
          </a:xfrm>
        </p:grpSpPr>
        <p:cxnSp>
          <p:nvCxnSpPr>
            <p:cNvPr id="132" name="Google Shape;469;p17">
              <a:extLst>
                <a:ext uri="{FF2B5EF4-FFF2-40B4-BE49-F238E27FC236}">
                  <a16:creationId xmlns:a16="http://schemas.microsoft.com/office/drawing/2014/main" id="{727718E5-CF97-6A71-F218-505D883644EB}"/>
                </a:ext>
              </a:extLst>
            </p:cNvPr>
            <p:cNvCxnSpPr/>
            <p:nvPr/>
          </p:nvCxnSpPr>
          <p:spPr>
            <a:xfrm>
              <a:off x="625163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" name="Google Shape;470;p17">
              <a:extLst>
                <a:ext uri="{FF2B5EF4-FFF2-40B4-BE49-F238E27FC236}">
                  <a16:creationId xmlns:a16="http://schemas.microsoft.com/office/drawing/2014/main" id="{238930B3-A0F8-2D67-B2D1-1487F2109192}"/>
                </a:ext>
              </a:extLst>
            </p:cNvPr>
            <p:cNvCxnSpPr/>
            <p:nvPr/>
          </p:nvCxnSpPr>
          <p:spPr>
            <a:xfrm>
              <a:off x="684637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4" name="Google Shape;471;p17">
            <a:extLst>
              <a:ext uri="{FF2B5EF4-FFF2-40B4-BE49-F238E27FC236}">
                <a16:creationId xmlns:a16="http://schemas.microsoft.com/office/drawing/2014/main" id="{E5D0D2A9-B3DE-3D4A-9990-AE618A9C7B02}"/>
              </a:ext>
            </a:extLst>
          </p:cNvPr>
          <p:cNvSpPr/>
          <p:nvPr/>
        </p:nvSpPr>
        <p:spPr>
          <a:xfrm rot="10800000">
            <a:off x="5141849" y="2041520"/>
            <a:ext cx="144000" cy="124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600" tIns="57600" rIns="57600" bIns="5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1"/>
          </a:p>
        </p:txBody>
      </p:sp>
      <p:cxnSp>
        <p:nvCxnSpPr>
          <p:cNvPr id="135" name="Google Shape;472;p17">
            <a:extLst>
              <a:ext uri="{FF2B5EF4-FFF2-40B4-BE49-F238E27FC236}">
                <a16:creationId xmlns:a16="http://schemas.microsoft.com/office/drawing/2014/main" id="{346E0EB7-BC49-C7B1-C066-70E852183095}"/>
              </a:ext>
            </a:extLst>
          </p:cNvPr>
          <p:cNvCxnSpPr/>
          <p:nvPr/>
        </p:nvCxnSpPr>
        <p:spPr>
          <a:xfrm rot="5400000">
            <a:off x="5110050" y="1937608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473;p17">
            <a:extLst>
              <a:ext uri="{FF2B5EF4-FFF2-40B4-BE49-F238E27FC236}">
                <a16:creationId xmlns:a16="http://schemas.microsoft.com/office/drawing/2014/main" id="{EACB30A5-A96A-AEB9-4C49-FA248D9EA537}"/>
              </a:ext>
            </a:extLst>
          </p:cNvPr>
          <p:cNvCxnSpPr/>
          <p:nvPr/>
        </p:nvCxnSpPr>
        <p:spPr>
          <a:xfrm rot="5400000">
            <a:off x="6297706" y="814604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" name="Google Shape;474;p17">
            <a:extLst>
              <a:ext uri="{FF2B5EF4-FFF2-40B4-BE49-F238E27FC236}">
                <a16:creationId xmlns:a16="http://schemas.microsoft.com/office/drawing/2014/main" id="{27F6A605-83FB-4B2C-1D09-0718AE0BC415}"/>
              </a:ext>
            </a:extLst>
          </p:cNvPr>
          <p:cNvSpPr/>
          <p:nvPr/>
        </p:nvSpPr>
        <p:spPr>
          <a:xfrm>
            <a:off x="6535444" y="584463"/>
            <a:ext cx="144000" cy="124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600" tIns="57600" rIns="57600" bIns="5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1"/>
          </a:p>
        </p:txBody>
      </p:sp>
      <p:cxnSp>
        <p:nvCxnSpPr>
          <p:cNvPr id="138" name="Google Shape;475;p17">
            <a:extLst>
              <a:ext uri="{FF2B5EF4-FFF2-40B4-BE49-F238E27FC236}">
                <a16:creationId xmlns:a16="http://schemas.microsoft.com/office/drawing/2014/main" id="{95E4EF03-08FE-4DE0-DBAD-6689627E941B}"/>
              </a:ext>
            </a:extLst>
          </p:cNvPr>
          <p:cNvCxnSpPr/>
          <p:nvPr/>
        </p:nvCxnSpPr>
        <p:spPr>
          <a:xfrm>
            <a:off x="6401508" y="13770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476;p17">
            <a:extLst>
              <a:ext uri="{FF2B5EF4-FFF2-40B4-BE49-F238E27FC236}">
                <a16:creationId xmlns:a16="http://schemas.microsoft.com/office/drawing/2014/main" id="{37EAC32D-21D0-2841-52D8-4F1DF4B0A077}"/>
              </a:ext>
            </a:extLst>
          </p:cNvPr>
          <p:cNvCxnSpPr/>
          <p:nvPr/>
        </p:nvCxnSpPr>
        <p:spPr>
          <a:xfrm rot="5400000">
            <a:off x="6503641" y="1271354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0" name="Google Shape;477;p17">
            <a:extLst>
              <a:ext uri="{FF2B5EF4-FFF2-40B4-BE49-F238E27FC236}">
                <a16:creationId xmlns:a16="http://schemas.microsoft.com/office/drawing/2014/main" id="{4095B905-7613-27DC-2DC7-F9B90186D2D8}"/>
              </a:ext>
            </a:extLst>
          </p:cNvPr>
          <p:cNvGrpSpPr/>
          <p:nvPr/>
        </p:nvGrpSpPr>
        <p:grpSpPr>
          <a:xfrm rot="-5400000">
            <a:off x="6482896" y="971040"/>
            <a:ext cx="249062" cy="143995"/>
            <a:chOff x="457200" y="911400"/>
            <a:chExt cx="395400" cy="228600"/>
          </a:xfrm>
        </p:grpSpPr>
        <p:grpSp>
          <p:nvGrpSpPr>
            <p:cNvPr id="141" name="Google Shape;478;p17">
              <a:extLst>
                <a:ext uri="{FF2B5EF4-FFF2-40B4-BE49-F238E27FC236}">
                  <a16:creationId xmlns:a16="http://schemas.microsoft.com/office/drawing/2014/main" id="{A7A9D55F-7940-D09E-0B03-4DAE3FA688C4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143" name="Google Shape;479;p17">
                <a:extLst>
                  <a:ext uri="{FF2B5EF4-FFF2-40B4-BE49-F238E27FC236}">
                    <a16:creationId xmlns:a16="http://schemas.microsoft.com/office/drawing/2014/main" id="{A610BFC1-0AC0-5AA2-3880-E9B239595E26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144" name="Google Shape;480;p17">
                <a:extLst>
                  <a:ext uri="{FF2B5EF4-FFF2-40B4-BE49-F238E27FC236}">
                    <a16:creationId xmlns:a16="http://schemas.microsoft.com/office/drawing/2014/main" id="{6E764B07-007D-A5A7-B8D1-97AA0026D594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sp>
          <p:nvSpPr>
            <p:cNvPr id="142" name="Google Shape;481;p17">
              <a:extLst>
                <a:ext uri="{FF2B5EF4-FFF2-40B4-BE49-F238E27FC236}">
                  <a16:creationId xmlns:a16="http://schemas.microsoft.com/office/drawing/2014/main" id="{05932C4F-56F2-A8F0-15B3-EC6D9DB065C2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</p:grpSp>
      <p:cxnSp>
        <p:nvCxnSpPr>
          <p:cNvPr id="145" name="Google Shape;482;p17">
            <a:extLst>
              <a:ext uri="{FF2B5EF4-FFF2-40B4-BE49-F238E27FC236}">
                <a16:creationId xmlns:a16="http://schemas.microsoft.com/office/drawing/2014/main" id="{D4E6A65A-E00D-8FFE-CFD4-35FD71106D51}"/>
              </a:ext>
            </a:extLst>
          </p:cNvPr>
          <p:cNvCxnSpPr/>
          <p:nvPr/>
        </p:nvCxnSpPr>
        <p:spPr>
          <a:xfrm rot="5400000">
            <a:off x="6503641" y="814604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483;p17">
            <a:extLst>
              <a:ext uri="{FF2B5EF4-FFF2-40B4-BE49-F238E27FC236}">
                <a16:creationId xmlns:a16="http://schemas.microsoft.com/office/drawing/2014/main" id="{921B8518-BFEE-357B-E73A-606407BEC3CB}"/>
              </a:ext>
            </a:extLst>
          </p:cNvPr>
          <p:cNvCxnSpPr/>
          <p:nvPr/>
        </p:nvCxnSpPr>
        <p:spPr>
          <a:xfrm>
            <a:off x="6607443" y="13770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7" name="Google Shape;484;p17">
            <a:extLst>
              <a:ext uri="{FF2B5EF4-FFF2-40B4-BE49-F238E27FC236}">
                <a16:creationId xmlns:a16="http://schemas.microsoft.com/office/drawing/2014/main" id="{F7E5BAE3-C15F-D06F-3526-EF88221E081B}"/>
              </a:ext>
            </a:extLst>
          </p:cNvPr>
          <p:cNvGrpSpPr/>
          <p:nvPr/>
        </p:nvGrpSpPr>
        <p:grpSpPr>
          <a:xfrm>
            <a:off x="6815120" y="1305044"/>
            <a:ext cx="249062" cy="143995"/>
            <a:chOff x="457200" y="911400"/>
            <a:chExt cx="395400" cy="228600"/>
          </a:xfrm>
        </p:grpSpPr>
        <p:grpSp>
          <p:nvGrpSpPr>
            <p:cNvPr id="148" name="Google Shape;485;p17">
              <a:extLst>
                <a:ext uri="{FF2B5EF4-FFF2-40B4-BE49-F238E27FC236}">
                  <a16:creationId xmlns:a16="http://schemas.microsoft.com/office/drawing/2014/main" id="{105B09D6-8AA3-7A40-6E85-13DCAB2318F9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150" name="Google Shape;486;p17">
                <a:extLst>
                  <a:ext uri="{FF2B5EF4-FFF2-40B4-BE49-F238E27FC236}">
                    <a16:creationId xmlns:a16="http://schemas.microsoft.com/office/drawing/2014/main" id="{E26EEF72-8F24-6304-E121-39A8CBC3789B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151" name="Google Shape;487;p17">
                <a:extLst>
                  <a:ext uri="{FF2B5EF4-FFF2-40B4-BE49-F238E27FC236}">
                    <a16:creationId xmlns:a16="http://schemas.microsoft.com/office/drawing/2014/main" id="{787D7E6E-A756-ED70-658D-5647D712379A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sp>
          <p:nvSpPr>
            <p:cNvPr id="149" name="Google Shape;488;p17">
              <a:extLst>
                <a:ext uri="{FF2B5EF4-FFF2-40B4-BE49-F238E27FC236}">
                  <a16:creationId xmlns:a16="http://schemas.microsoft.com/office/drawing/2014/main" id="{E8E3E06D-3625-11A9-FB91-24D83F093202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</p:grpSp>
      <p:cxnSp>
        <p:nvCxnSpPr>
          <p:cNvPr id="152" name="Google Shape;489;p17">
            <a:extLst>
              <a:ext uri="{FF2B5EF4-FFF2-40B4-BE49-F238E27FC236}">
                <a16:creationId xmlns:a16="http://schemas.microsoft.com/office/drawing/2014/main" id="{BA5986AB-A839-C955-4393-F82EAA4B1D55}"/>
              </a:ext>
            </a:extLst>
          </p:cNvPr>
          <p:cNvCxnSpPr/>
          <p:nvPr/>
        </p:nvCxnSpPr>
        <p:spPr>
          <a:xfrm>
            <a:off x="7064195" y="13770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3" name="Google Shape;490;p17">
            <a:extLst>
              <a:ext uri="{FF2B5EF4-FFF2-40B4-BE49-F238E27FC236}">
                <a16:creationId xmlns:a16="http://schemas.microsoft.com/office/drawing/2014/main" id="{D9AB9867-67F3-204F-A6AE-9160EFC56B57}"/>
              </a:ext>
            </a:extLst>
          </p:cNvPr>
          <p:cNvGrpSpPr/>
          <p:nvPr/>
        </p:nvGrpSpPr>
        <p:grpSpPr>
          <a:xfrm>
            <a:off x="7721881" y="1305020"/>
            <a:ext cx="95997" cy="143995"/>
            <a:chOff x="578700" y="2634675"/>
            <a:chExt cx="152400" cy="228600"/>
          </a:xfrm>
        </p:grpSpPr>
        <p:cxnSp>
          <p:nvCxnSpPr>
            <p:cNvPr id="154" name="Google Shape;491;p17">
              <a:extLst>
                <a:ext uri="{FF2B5EF4-FFF2-40B4-BE49-F238E27FC236}">
                  <a16:creationId xmlns:a16="http://schemas.microsoft.com/office/drawing/2014/main" id="{D493DF0E-0C85-DF99-622D-E9E2FFBF88BA}"/>
                </a:ext>
              </a:extLst>
            </p:cNvPr>
            <p:cNvCxnSpPr/>
            <p:nvPr/>
          </p:nvCxnSpPr>
          <p:spPr>
            <a:xfrm>
              <a:off x="5787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492;p17">
              <a:extLst>
                <a:ext uri="{FF2B5EF4-FFF2-40B4-BE49-F238E27FC236}">
                  <a16:creationId xmlns:a16="http://schemas.microsoft.com/office/drawing/2014/main" id="{88D8E844-37A0-DD13-939C-B2F0D62B0652}"/>
                </a:ext>
              </a:extLst>
            </p:cNvPr>
            <p:cNvCxnSpPr/>
            <p:nvPr/>
          </p:nvCxnSpPr>
          <p:spPr>
            <a:xfrm>
              <a:off x="7311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493;p17">
              <a:extLst>
                <a:ext uri="{FF2B5EF4-FFF2-40B4-BE49-F238E27FC236}">
                  <a16:creationId xmlns:a16="http://schemas.microsoft.com/office/drawing/2014/main" id="{F9BB34CF-B716-CC7D-A353-F7DBDC5EA4CA}"/>
                </a:ext>
              </a:extLst>
            </p:cNvPr>
            <p:cNvCxnSpPr/>
            <p:nvPr/>
          </p:nvCxnSpPr>
          <p:spPr>
            <a:xfrm>
              <a:off x="578700" y="2674575"/>
              <a:ext cx="150600" cy="150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57" name="Google Shape;494;p17">
            <a:extLst>
              <a:ext uri="{FF2B5EF4-FFF2-40B4-BE49-F238E27FC236}">
                <a16:creationId xmlns:a16="http://schemas.microsoft.com/office/drawing/2014/main" id="{71222042-F492-A8AC-C416-C483B3307880}"/>
              </a:ext>
            </a:extLst>
          </p:cNvPr>
          <p:cNvGrpSpPr/>
          <p:nvPr/>
        </p:nvGrpSpPr>
        <p:grpSpPr>
          <a:xfrm rot="10800000">
            <a:off x="7268520" y="1305089"/>
            <a:ext cx="249062" cy="251864"/>
            <a:chOff x="457200" y="2122028"/>
            <a:chExt cx="395400" cy="399847"/>
          </a:xfrm>
        </p:grpSpPr>
        <p:grpSp>
          <p:nvGrpSpPr>
            <p:cNvPr id="158" name="Google Shape;495;p17">
              <a:extLst>
                <a:ext uri="{FF2B5EF4-FFF2-40B4-BE49-F238E27FC236}">
                  <a16:creationId xmlns:a16="http://schemas.microsoft.com/office/drawing/2014/main" id="{EA0EC167-17ED-F3FB-C5F0-7773F90230D9}"/>
                </a:ext>
              </a:extLst>
            </p:cNvPr>
            <p:cNvGrpSpPr/>
            <p:nvPr/>
          </p:nvGrpSpPr>
          <p:grpSpPr>
            <a:xfrm>
              <a:off x="457200" y="2293275"/>
              <a:ext cx="395400" cy="228600"/>
              <a:chOff x="457200" y="911400"/>
              <a:chExt cx="395400" cy="228600"/>
            </a:xfrm>
          </p:grpSpPr>
          <p:grpSp>
            <p:nvGrpSpPr>
              <p:cNvPr id="162" name="Google Shape;496;p17">
                <a:extLst>
                  <a:ext uri="{FF2B5EF4-FFF2-40B4-BE49-F238E27FC236}">
                    <a16:creationId xmlns:a16="http://schemas.microsoft.com/office/drawing/2014/main" id="{DBE53632-9B44-53B2-FCDE-33FD01A94B3C}"/>
                  </a:ext>
                </a:extLst>
              </p:cNvPr>
              <p:cNvGrpSpPr/>
              <p:nvPr/>
            </p:nvGrpSpPr>
            <p:grpSpPr>
              <a:xfrm>
                <a:off x="457200" y="911400"/>
                <a:ext cx="395400" cy="228600"/>
                <a:chOff x="1413125" y="1836875"/>
                <a:chExt cx="395400" cy="228600"/>
              </a:xfrm>
            </p:grpSpPr>
            <p:sp>
              <p:nvSpPr>
                <p:cNvPr id="164" name="Google Shape;497;p17">
                  <a:extLst>
                    <a:ext uri="{FF2B5EF4-FFF2-40B4-BE49-F238E27FC236}">
                      <a16:creationId xmlns:a16="http://schemas.microsoft.com/office/drawing/2014/main" id="{43E06B7F-82F5-D35B-F887-05BA584E7344}"/>
                    </a:ext>
                  </a:extLst>
                </p:cNvPr>
                <p:cNvSpPr/>
                <p:nvPr/>
              </p:nvSpPr>
              <p:spPr>
                <a:xfrm rot="5400000">
                  <a:off x="13976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600" tIns="57600" rIns="57600" bIns="576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81"/>
                </a:p>
              </p:txBody>
            </p:sp>
            <p:sp>
              <p:nvSpPr>
                <p:cNvPr id="165" name="Google Shape;498;p17">
                  <a:extLst>
                    <a:ext uri="{FF2B5EF4-FFF2-40B4-BE49-F238E27FC236}">
                      <a16:creationId xmlns:a16="http://schemas.microsoft.com/office/drawing/2014/main" id="{DEF3B89B-CAE9-6430-04F9-AC8E1733844F}"/>
                    </a:ext>
                  </a:extLst>
                </p:cNvPr>
                <p:cNvSpPr/>
                <p:nvPr/>
              </p:nvSpPr>
              <p:spPr>
                <a:xfrm rot="-5400000">
                  <a:off x="15953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600" tIns="57600" rIns="57600" bIns="576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81"/>
                </a:p>
              </p:txBody>
            </p:sp>
          </p:grpSp>
          <p:sp>
            <p:nvSpPr>
              <p:cNvPr id="163" name="Google Shape;499;p17">
                <a:extLst>
                  <a:ext uri="{FF2B5EF4-FFF2-40B4-BE49-F238E27FC236}">
                    <a16:creationId xmlns:a16="http://schemas.microsoft.com/office/drawing/2014/main" id="{8DD42675-279B-FFCD-6030-78A329ECDC22}"/>
                  </a:ext>
                </a:extLst>
              </p:cNvPr>
              <p:cNvSpPr/>
              <p:nvPr/>
            </p:nvSpPr>
            <p:spPr>
              <a:xfrm>
                <a:off x="540600" y="911400"/>
                <a:ext cx="228600" cy="228600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159" name="Google Shape;500;p17">
              <a:extLst>
                <a:ext uri="{FF2B5EF4-FFF2-40B4-BE49-F238E27FC236}">
                  <a16:creationId xmlns:a16="http://schemas.microsoft.com/office/drawing/2014/main" id="{45FE84EC-9375-EF46-F8DD-D4A890332BEE}"/>
                </a:ext>
              </a:extLst>
            </p:cNvPr>
            <p:cNvGrpSpPr/>
            <p:nvPr/>
          </p:nvGrpSpPr>
          <p:grpSpPr>
            <a:xfrm>
              <a:off x="595950" y="2122028"/>
              <a:ext cx="117900" cy="171247"/>
              <a:chOff x="595950" y="335700"/>
              <a:chExt cx="117900" cy="171247"/>
            </a:xfrm>
          </p:grpSpPr>
          <p:cxnSp>
            <p:nvCxnSpPr>
              <p:cNvPr id="160" name="Google Shape;501;p17">
                <a:extLst>
                  <a:ext uri="{FF2B5EF4-FFF2-40B4-BE49-F238E27FC236}">
                    <a16:creationId xmlns:a16="http://schemas.microsoft.com/office/drawing/2014/main" id="{76250E2A-67AA-DF46-CC55-D56DB895B80C}"/>
                  </a:ext>
                </a:extLst>
              </p:cNvPr>
              <p:cNvCxnSpPr>
                <a:stCxn id="163" idx="0"/>
              </p:cNvCxnSpPr>
              <p:nvPr/>
            </p:nvCxnSpPr>
            <p:spPr>
              <a:xfrm rot="10800000">
                <a:off x="654900" y="453547"/>
                <a:ext cx="0" cy="534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1" name="Google Shape;502;p17">
                <a:extLst>
                  <a:ext uri="{FF2B5EF4-FFF2-40B4-BE49-F238E27FC236}">
                    <a16:creationId xmlns:a16="http://schemas.microsoft.com/office/drawing/2014/main" id="{01520D8B-EB57-DB83-064A-08DA9439A6B9}"/>
                  </a:ext>
                </a:extLst>
              </p:cNvPr>
              <p:cNvSpPr/>
              <p:nvPr/>
            </p:nvSpPr>
            <p:spPr>
              <a:xfrm rot="10800000" flipH="1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P</a:t>
                </a:r>
                <a:endParaRPr sz="377"/>
              </a:p>
            </p:txBody>
          </p:sp>
        </p:grpSp>
      </p:grpSp>
      <p:grpSp>
        <p:nvGrpSpPr>
          <p:cNvPr id="166" name="Google Shape;503;p17">
            <a:extLst>
              <a:ext uri="{FF2B5EF4-FFF2-40B4-BE49-F238E27FC236}">
                <a16:creationId xmlns:a16="http://schemas.microsoft.com/office/drawing/2014/main" id="{298FD644-9FB2-E671-7175-44AFF4E21D9D}"/>
              </a:ext>
            </a:extLst>
          </p:cNvPr>
          <p:cNvGrpSpPr/>
          <p:nvPr/>
        </p:nvGrpSpPr>
        <p:grpSpPr>
          <a:xfrm rot="-5400000">
            <a:off x="7230174" y="1777451"/>
            <a:ext cx="249062" cy="223407"/>
            <a:chOff x="457200" y="1749604"/>
            <a:chExt cx="395400" cy="354671"/>
          </a:xfrm>
        </p:grpSpPr>
        <p:grpSp>
          <p:nvGrpSpPr>
            <p:cNvPr id="167" name="Google Shape;504;p17">
              <a:extLst>
                <a:ext uri="{FF2B5EF4-FFF2-40B4-BE49-F238E27FC236}">
                  <a16:creationId xmlns:a16="http://schemas.microsoft.com/office/drawing/2014/main" id="{1E2030FD-827C-DA5D-3933-03B5F98E8F45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171" name="Google Shape;505;p17">
                <a:extLst>
                  <a:ext uri="{FF2B5EF4-FFF2-40B4-BE49-F238E27FC236}">
                    <a16:creationId xmlns:a16="http://schemas.microsoft.com/office/drawing/2014/main" id="{7D145C6D-F4D0-A2A9-42CE-3642569CC297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172" name="Google Shape;506;p17">
                <a:extLst>
                  <a:ext uri="{FF2B5EF4-FFF2-40B4-BE49-F238E27FC236}">
                    <a16:creationId xmlns:a16="http://schemas.microsoft.com/office/drawing/2014/main" id="{D6DBDD10-920C-0995-AEA5-BCCB090E4F0D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168" name="Google Shape;507;p17">
              <a:extLst>
                <a:ext uri="{FF2B5EF4-FFF2-40B4-BE49-F238E27FC236}">
                  <a16:creationId xmlns:a16="http://schemas.microsoft.com/office/drawing/2014/main" id="{59930232-A801-AA8E-8A43-048FBC3B1BF9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169" name="Google Shape;508;p17">
                <a:extLst>
                  <a:ext uri="{FF2B5EF4-FFF2-40B4-BE49-F238E27FC236}">
                    <a16:creationId xmlns:a16="http://schemas.microsoft.com/office/drawing/2014/main" id="{3FB3B028-E696-E226-B429-50A60C70083D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0" name="Google Shape;509;p17">
                <a:extLst>
                  <a:ext uri="{FF2B5EF4-FFF2-40B4-BE49-F238E27FC236}">
                    <a16:creationId xmlns:a16="http://schemas.microsoft.com/office/drawing/2014/main" id="{933829E6-CAE3-82F9-90D2-15E1EFF7A11C}"/>
                  </a:ext>
                </a:extLst>
              </p:cNvPr>
              <p:cNvSpPr/>
              <p:nvPr/>
            </p:nvSpPr>
            <p:spPr>
              <a:xfrm rot="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S</a:t>
                </a:r>
                <a:endParaRPr sz="377"/>
              </a:p>
            </p:txBody>
          </p:sp>
        </p:grpSp>
      </p:grpSp>
      <p:cxnSp>
        <p:nvCxnSpPr>
          <p:cNvPr id="173" name="Google Shape;510;p17">
            <a:extLst>
              <a:ext uri="{FF2B5EF4-FFF2-40B4-BE49-F238E27FC236}">
                <a16:creationId xmlns:a16="http://schemas.microsoft.com/office/drawing/2014/main" id="{B7EFD6F8-4CEC-6DAA-8F28-F4F87923A706}"/>
              </a:ext>
            </a:extLst>
          </p:cNvPr>
          <p:cNvCxnSpPr/>
          <p:nvPr/>
        </p:nvCxnSpPr>
        <p:spPr>
          <a:xfrm rot="-5400000">
            <a:off x="7289241" y="1660813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" name="Google Shape;511;p17">
            <a:extLst>
              <a:ext uri="{FF2B5EF4-FFF2-40B4-BE49-F238E27FC236}">
                <a16:creationId xmlns:a16="http://schemas.microsoft.com/office/drawing/2014/main" id="{786A4FB1-CF86-A59B-DD3C-EDE3008693DA}"/>
              </a:ext>
            </a:extLst>
          </p:cNvPr>
          <p:cNvCxnSpPr/>
          <p:nvPr/>
        </p:nvCxnSpPr>
        <p:spPr>
          <a:xfrm>
            <a:off x="7517577" y="13770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513;p17">
            <a:extLst>
              <a:ext uri="{FF2B5EF4-FFF2-40B4-BE49-F238E27FC236}">
                <a16:creationId xmlns:a16="http://schemas.microsoft.com/office/drawing/2014/main" id="{B5EB80F5-4689-01C8-3004-61BA7C6A10D4}"/>
              </a:ext>
            </a:extLst>
          </p:cNvPr>
          <p:cNvCxnSpPr/>
          <p:nvPr/>
        </p:nvCxnSpPr>
        <p:spPr>
          <a:xfrm>
            <a:off x="4573966" y="2015872"/>
            <a:ext cx="0" cy="66510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514;p17">
            <a:extLst>
              <a:ext uri="{FF2B5EF4-FFF2-40B4-BE49-F238E27FC236}">
                <a16:creationId xmlns:a16="http://schemas.microsoft.com/office/drawing/2014/main" id="{670C2EC2-190D-4EC4-2610-5950F468157B}"/>
              </a:ext>
            </a:extLst>
          </p:cNvPr>
          <p:cNvCxnSpPr/>
          <p:nvPr/>
        </p:nvCxnSpPr>
        <p:spPr>
          <a:xfrm>
            <a:off x="7393043" y="2017909"/>
            <a:ext cx="0" cy="66510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9" name="Google Shape;516;p17">
            <a:extLst>
              <a:ext uri="{FF2B5EF4-FFF2-40B4-BE49-F238E27FC236}">
                <a16:creationId xmlns:a16="http://schemas.microsoft.com/office/drawing/2014/main" id="{7A31E05B-33E0-83A7-84F9-A3E5C6AAF96E}"/>
              </a:ext>
            </a:extLst>
          </p:cNvPr>
          <p:cNvGrpSpPr/>
          <p:nvPr/>
        </p:nvGrpSpPr>
        <p:grpSpPr>
          <a:xfrm flipH="1">
            <a:off x="4449269" y="3813073"/>
            <a:ext cx="249062" cy="251864"/>
            <a:chOff x="457200" y="2122028"/>
            <a:chExt cx="395400" cy="399847"/>
          </a:xfrm>
        </p:grpSpPr>
        <p:grpSp>
          <p:nvGrpSpPr>
            <p:cNvPr id="180" name="Google Shape;517;p17">
              <a:extLst>
                <a:ext uri="{FF2B5EF4-FFF2-40B4-BE49-F238E27FC236}">
                  <a16:creationId xmlns:a16="http://schemas.microsoft.com/office/drawing/2014/main" id="{29912350-CC00-D8AC-B4B9-507787BAE45E}"/>
                </a:ext>
              </a:extLst>
            </p:cNvPr>
            <p:cNvGrpSpPr/>
            <p:nvPr/>
          </p:nvGrpSpPr>
          <p:grpSpPr>
            <a:xfrm>
              <a:off x="457200" y="2293275"/>
              <a:ext cx="395400" cy="228600"/>
              <a:chOff x="457200" y="911400"/>
              <a:chExt cx="395400" cy="228600"/>
            </a:xfrm>
          </p:grpSpPr>
          <p:grpSp>
            <p:nvGrpSpPr>
              <p:cNvPr id="184" name="Google Shape;518;p17">
                <a:extLst>
                  <a:ext uri="{FF2B5EF4-FFF2-40B4-BE49-F238E27FC236}">
                    <a16:creationId xmlns:a16="http://schemas.microsoft.com/office/drawing/2014/main" id="{81891D91-1F4D-CF90-523A-F6EE67092052}"/>
                  </a:ext>
                </a:extLst>
              </p:cNvPr>
              <p:cNvGrpSpPr/>
              <p:nvPr/>
            </p:nvGrpSpPr>
            <p:grpSpPr>
              <a:xfrm>
                <a:off x="457200" y="911400"/>
                <a:ext cx="395400" cy="228600"/>
                <a:chOff x="1413125" y="1836875"/>
                <a:chExt cx="395400" cy="228600"/>
              </a:xfrm>
            </p:grpSpPr>
            <p:sp>
              <p:nvSpPr>
                <p:cNvPr id="186" name="Google Shape;519;p17">
                  <a:extLst>
                    <a:ext uri="{FF2B5EF4-FFF2-40B4-BE49-F238E27FC236}">
                      <a16:creationId xmlns:a16="http://schemas.microsoft.com/office/drawing/2014/main" id="{B9EA17E7-FF35-EFB3-B836-10A196190E36}"/>
                    </a:ext>
                  </a:extLst>
                </p:cNvPr>
                <p:cNvSpPr/>
                <p:nvPr/>
              </p:nvSpPr>
              <p:spPr>
                <a:xfrm rot="5400000">
                  <a:off x="13976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600" tIns="57600" rIns="57600" bIns="576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81"/>
                </a:p>
              </p:txBody>
            </p:sp>
            <p:sp>
              <p:nvSpPr>
                <p:cNvPr id="187" name="Google Shape;520;p17">
                  <a:extLst>
                    <a:ext uri="{FF2B5EF4-FFF2-40B4-BE49-F238E27FC236}">
                      <a16:creationId xmlns:a16="http://schemas.microsoft.com/office/drawing/2014/main" id="{CB14332B-DB33-7286-84AA-3CAE26019433}"/>
                    </a:ext>
                  </a:extLst>
                </p:cNvPr>
                <p:cNvSpPr/>
                <p:nvPr/>
              </p:nvSpPr>
              <p:spPr>
                <a:xfrm rot="-5400000">
                  <a:off x="15953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600" tIns="57600" rIns="57600" bIns="576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81"/>
                </a:p>
              </p:txBody>
            </p:sp>
          </p:grpSp>
          <p:sp>
            <p:nvSpPr>
              <p:cNvPr id="185" name="Google Shape;521;p17">
                <a:extLst>
                  <a:ext uri="{FF2B5EF4-FFF2-40B4-BE49-F238E27FC236}">
                    <a16:creationId xmlns:a16="http://schemas.microsoft.com/office/drawing/2014/main" id="{2818C131-4282-FC27-2059-476F39D6BCAF}"/>
                  </a:ext>
                </a:extLst>
              </p:cNvPr>
              <p:cNvSpPr/>
              <p:nvPr/>
            </p:nvSpPr>
            <p:spPr>
              <a:xfrm>
                <a:off x="540600" y="911400"/>
                <a:ext cx="228600" cy="228600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181" name="Google Shape;522;p17">
              <a:extLst>
                <a:ext uri="{FF2B5EF4-FFF2-40B4-BE49-F238E27FC236}">
                  <a16:creationId xmlns:a16="http://schemas.microsoft.com/office/drawing/2014/main" id="{7DBEA0AD-9A80-8FB4-0AA0-74578A99DB08}"/>
                </a:ext>
              </a:extLst>
            </p:cNvPr>
            <p:cNvGrpSpPr/>
            <p:nvPr/>
          </p:nvGrpSpPr>
          <p:grpSpPr>
            <a:xfrm>
              <a:off x="595950" y="2122028"/>
              <a:ext cx="117900" cy="171247"/>
              <a:chOff x="595950" y="335700"/>
              <a:chExt cx="117900" cy="171247"/>
            </a:xfrm>
          </p:grpSpPr>
          <p:cxnSp>
            <p:nvCxnSpPr>
              <p:cNvPr id="182" name="Google Shape;523;p17">
                <a:extLst>
                  <a:ext uri="{FF2B5EF4-FFF2-40B4-BE49-F238E27FC236}">
                    <a16:creationId xmlns:a16="http://schemas.microsoft.com/office/drawing/2014/main" id="{C0306056-9E27-2AC5-3669-E341952D7D2F}"/>
                  </a:ext>
                </a:extLst>
              </p:cNvPr>
              <p:cNvCxnSpPr>
                <a:stCxn id="185" idx="0"/>
              </p:cNvCxnSpPr>
              <p:nvPr/>
            </p:nvCxnSpPr>
            <p:spPr>
              <a:xfrm rot="10800000">
                <a:off x="654900" y="453547"/>
                <a:ext cx="0" cy="534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3" name="Google Shape;524;p17">
                <a:extLst>
                  <a:ext uri="{FF2B5EF4-FFF2-40B4-BE49-F238E27FC236}">
                    <a16:creationId xmlns:a16="http://schemas.microsoft.com/office/drawing/2014/main" id="{7A11E688-7F48-532F-6A75-CC741A7D7998}"/>
                  </a:ext>
                </a:extLst>
              </p:cNvPr>
              <p:cNvSpPr/>
              <p:nvPr/>
            </p:nvSpPr>
            <p:spPr>
              <a:xfrm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P</a:t>
                </a:r>
                <a:endParaRPr sz="377"/>
              </a:p>
            </p:txBody>
          </p:sp>
        </p:grpSp>
      </p:grpSp>
      <p:cxnSp>
        <p:nvCxnSpPr>
          <p:cNvPr id="188" name="Google Shape;525;p17">
            <a:extLst>
              <a:ext uri="{FF2B5EF4-FFF2-40B4-BE49-F238E27FC236}">
                <a16:creationId xmlns:a16="http://schemas.microsoft.com/office/drawing/2014/main" id="{BC796BE0-55F3-B29E-336A-17837F487827}"/>
              </a:ext>
            </a:extLst>
          </p:cNvPr>
          <p:cNvCxnSpPr/>
          <p:nvPr/>
        </p:nvCxnSpPr>
        <p:spPr>
          <a:xfrm>
            <a:off x="4702311" y="3992969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9" name="Google Shape;526;p17">
            <a:extLst>
              <a:ext uri="{FF2B5EF4-FFF2-40B4-BE49-F238E27FC236}">
                <a16:creationId xmlns:a16="http://schemas.microsoft.com/office/drawing/2014/main" id="{CDD60777-7B0F-F439-6F20-10B083257273}"/>
              </a:ext>
            </a:extLst>
          </p:cNvPr>
          <p:cNvGrpSpPr/>
          <p:nvPr/>
        </p:nvGrpSpPr>
        <p:grpSpPr>
          <a:xfrm rot="10800000" flipH="1">
            <a:off x="4909985" y="3921010"/>
            <a:ext cx="95997" cy="143995"/>
            <a:chOff x="578700" y="2634675"/>
            <a:chExt cx="152400" cy="228600"/>
          </a:xfrm>
        </p:grpSpPr>
        <p:cxnSp>
          <p:nvCxnSpPr>
            <p:cNvPr id="190" name="Google Shape;527;p17">
              <a:extLst>
                <a:ext uri="{FF2B5EF4-FFF2-40B4-BE49-F238E27FC236}">
                  <a16:creationId xmlns:a16="http://schemas.microsoft.com/office/drawing/2014/main" id="{D605B677-9C8A-7331-85C4-22A8D2A773D6}"/>
                </a:ext>
              </a:extLst>
            </p:cNvPr>
            <p:cNvCxnSpPr/>
            <p:nvPr/>
          </p:nvCxnSpPr>
          <p:spPr>
            <a:xfrm>
              <a:off x="5787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528;p17">
              <a:extLst>
                <a:ext uri="{FF2B5EF4-FFF2-40B4-BE49-F238E27FC236}">
                  <a16:creationId xmlns:a16="http://schemas.microsoft.com/office/drawing/2014/main" id="{BD28E0F4-863C-06AC-44F0-80D3BC0C8537}"/>
                </a:ext>
              </a:extLst>
            </p:cNvPr>
            <p:cNvCxnSpPr/>
            <p:nvPr/>
          </p:nvCxnSpPr>
          <p:spPr>
            <a:xfrm>
              <a:off x="7311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529;p17">
              <a:extLst>
                <a:ext uri="{FF2B5EF4-FFF2-40B4-BE49-F238E27FC236}">
                  <a16:creationId xmlns:a16="http://schemas.microsoft.com/office/drawing/2014/main" id="{0FD08133-79B5-7CD9-7BC4-9CB3B581DB2F}"/>
                </a:ext>
              </a:extLst>
            </p:cNvPr>
            <p:cNvCxnSpPr/>
            <p:nvPr/>
          </p:nvCxnSpPr>
          <p:spPr>
            <a:xfrm>
              <a:off x="578700" y="2674575"/>
              <a:ext cx="150600" cy="150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193" name="Google Shape;530;p17">
            <a:extLst>
              <a:ext uri="{FF2B5EF4-FFF2-40B4-BE49-F238E27FC236}">
                <a16:creationId xmlns:a16="http://schemas.microsoft.com/office/drawing/2014/main" id="{C86A25F3-C6CF-006E-0E61-D1EE803EA7BF}"/>
              </a:ext>
            </a:extLst>
          </p:cNvPr>
          <p:cNvCxnSpPr/>
          <p:nvPr/>
        </p:nvCxnSpPr>
        <p:spPr>
          <a:xfrm>
            <a:off x="5005993" y="3992969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4" name="Google Shape;531;p17">
            <a:extLst>
              <a:ext uri="{FF2B5EF4-FFF2-40B4-BE49-F238E27FC236}">
                <a16:creationId xmlns:a16="http://schemas.microsoft.com/office/drawing/2014/main" id="{653F1C06-D172-43C3-7326-4BDF2208E24C}"/>
              </a:ext>
            </a:extLst>
          </p:cNvPr>
          <p:cNvGrpSpPr/>
          <p:nvPr/>
        </p:nvGrpSpPr>
        <p:grpSpPr>
          <a:xfrm rot="-5400000" flipH="1">
            <a:off x="4410923" y="3369168"/>
            <a:ext cx="249062" cy="223407"/>
            <a:chOff x="457200" y="1749604"/>
            <a:chExt cx="395400" cy="354671"/>
          </a:xfrm>
        </p:grpSpPr>
        <p:grpSp>
          <p:nvGrpSpPr>
            <p:cNvPr id="195" name="Google Shape;532;p17">
              <a:extLst>
                <a:ext uri="{FF2B5EF4-FFF2-40B4-BE49-F238E27FC236}">
                  <a16:creationId xmlns:a16="http://schemas.microsoft.com/office/drawing/2014/main" id="{1B78F82C-1895-53D8-FCEE-6D9CEC1B27B1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199" name="Google Shape;533;p17">
                <a:extLst>
                  <a:ext uri="{FF2B5EF4-FFF2-40B4-BE49-F238E27FC236}">
                    <a16:creationId xmlns:a16="http://schemas.microsoft.com/office/drawing/2014/main" id="{FA00D2FA-A288-A989-2AE7-61D71C1BF422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200" name="Google Shape;534;p17">
                <a:extLst>
                  <a:ext uri="{FF2B5EF4-FFF2-40B4-BE49-F238E27FC236}">
                    <a16:creationId xmlns:a16="http://schemas.microsoft.com/office/drawing/2014/main" id="{473C03B3-72F8-1436-AE55-D8DCED70929C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196" name="Google Shape;535;p17">
              <a:extLst>
                <a:ext uri="{FF2B5EF4-FFF2-40B4-BE49-F238E27FC236}">
                  <a16:creationId xmlns:a16="http://schemas.microsoft.com/office/drawing/2014/main" id="{EEFA54B4-5C00-E489-F3CB-BC9948D623ED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197" name="Google Shape;536;p17">
                <a:extLst>
                  <a:ext uri="{FF2B5EF4-FFF2-40B4-BE49-F238E27FC236}">
                    <a16:creationId xmlns:a16="http://schemas.microsoft.com/office/drawing/2014/main" id="{978F53A0-2EFE-9395-B4B7-98655D9D942A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98" name="Google Shape;537;p17">
                <a:extLst>
                  <a:ext uri="{FF2B5EF4-FFF2-40B4-BE49-F238E27FC236}">
                    <a16:creationId xmlns:a16="http://schemas.microsoft.com/office/drawing/2014/main" id="{ADCC0EFD-94A9-277F-A58C-1B5C10CAFF4D}"/>
                  </a:ext>
                </a:extLst>
              </p:cNvPr>
              <p:cNvSpPr/>
              <p:nvPr/>
            </p:nvSpPr>
            <p:spPr>
              <a:xfrm rot="-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S</a:t>
                </a:r>
                <a:endParaRPr sz="377"/>
              </a:p>
            </p:txBody>
          </p:sp>
        </p:grpSp>
      </p:grpSp>
      <p:cxnSp>
        <p:nvCxnSpPr>
          <p:cNvPr id="201" name="Google Shape;538;p17">
            <a:extLst>
              <a:ext uri="{FF2B5EF4-FFF2-40B4-BE49-F238E27FC236}">
                <a16:creationId xmlns:a16="http://schemas.microsoft.com/office/drawing/2014/main" id="{E2545CDD-9B82-3DCE-058D-B16F718AB85C}"/>
              </a:ext>
            </a:extLst>
          </p:cNvPr>
          <p:cNvCxnSpPr/>
          <p:nvPr/>
        </p:nvCxnSpPr>
        <p:spPr>
          <a:xfrm rot="5400000">
            <a:off x="4469990" y="3709213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539;p17">
            <a:extLst>
              <a:ext uri="{FF2B5EF4-FFF2-40B4-BE49-F238E27FC236}">
                <a16:creationId xmlns:a16="http://schemas.microsoft.com/office/drawing/2014/main" id="{972C7671-B789-FE5F-04EC-F8D91A4BD3E6}"/>
              </a:ext>
            </a:extLst>
          </p:cNvPr>
          <p:cNvCxnSpPr/>
          <p:nvPr/>
        </p:nvCxnSpPr>
        <p:spPr>
          <a:xfrm rot="-5400000">
            <a:off x="5109877" y="4096852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540;p17">
            <a:extLst>
              <a:ext uri="{FF2B5EF4-FFF2-40B4-BE49-F238E27FC236}">
                <a16:creationId xmlns:a16="http://schemas.microsoft.com/office/drawing/2014/main" id="{6C257076-0030-5A7B-276A-C064E5C46F7C}"/>
              </a:ext>
            </a:extLst>
          </p:cNvPr>
          <p:cNvCxnSpPr/>
          <p:nvPr/>
        </p:nvCxnSpPr>
        <p:spPr>
          <a:xfrm>
            <a:off x="5213677" y="3992969"/>
            <a:ext cx="3408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541;p17">
            <a:extLst>
              <a:ext uri="{FF2B5EF4-FFF2-40B4-BE49-F238E27FC236}">
                <a16:creationId xmlns:a16="http://schemas.microsoft.com/office/drawing/2014/main" id="{E5B34E22-E24C-C94C-1FB5-22411CE58026}"/>
              </a:ext>
            </a:extLst>
          </p:cNvPr>
          <p:cNvCxnSpPr/>
          <p:nvPr/>
        </p:nvCxnSpPr>
        <p:spPr>
          <a:xfrm rot="-5400000">
            <a:off x="5109877" y="3889169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5" name="Google Shape;542;p17">
            <a:extLst>
              <a:ext uri="{FF2B5EF4-FFF2-40B4-BE49-F238E27FC236}">
                <a16:creationId xmlns:a16="http://schemas.microsoft.com/office/drawing/2014/main" id="{EEC8C29B-25DE-C12F-9383-D4C82D4B9C82}"/>
              </a:ext>
            </a:extLst>
          </p:cNvPr>
          <p:cNvGrpSpPr/>
          <p:nvPr/>
        </p:nvGrpSpPr>
        <p:grpSpPr>
          <a:xfrm rot="10800000" flipH="1">
            <a:off x="5140762" y="4200683"/>
            <a:ext cx="196529" cy="253453"/>
            <a:chOff x="540600" y="1275600"/>
            <a:chExt cx="312000" cy="402370"/>
          </a:xfrm>
        </p:grpSpPr>
        <p:sp>
          <p:nvSpPr>
            <p:cNvPr id="206" name="Google Shape;543;p17">
              <a:extLst>
                <a:ext uri="{FF2B5EF4-FFF2-40B4-BE49-F238E27FC236}">
                  <a16:creationId xmlns:a16="http://schemas.microsoft.com/office/drawing/2014/main" id="{3A673851-E794-3039-4865-16E3FEB95A0C}"/>
                </a:ext>
              </a:extLst>
            </p:cNvPr>
            <p:cNvSpPr/>
            <p:nvPr/>
          </p:nvSpPr>
          <p:spPr>
            <a:xfrm>
              <a:off x="540600" y="148027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  <p:sp>
          <p:nvSpPr>
            <p:cNvPr id="207" name="Google Shape;544;p17">
              <a:extLst>
                <a:ext uri="{FF2B5EF4-FFF2-40B4-BE49-F238E27FC236}">
                  <a16:creationId xmlns:a16="http://schemas.microsoft.com/office/drawing/2014/main" id="{93D2B0DE-221B-A248-5E10-6DEB3E9886D0}"/>
                </a:ext>
              </a:extLst>
            </p:cNvPr>
            <p:cNvSpPr/>
            <p:nvPr/>
          </p:nvSpPr>
          <p:spPr>
            <a:xfrm rot="-5400000">
              <a:off x="639450" y="1381050"/>
              <a:ext cx="228600" cy="197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  <p:cxnSp>
          <p:nvCxnSpPr>
            <p:cNvPr id="208" name="Google Shape;545;p17">
              <a:extLst>
                <a:ext uri="{FF2B5EF4-FFF2-40B4-BE49-F238E27FC236}">
                  <a16:creationId xmlns:a16="http://schemas.microsoft.com/office/drawing/2014/main" id="{8CF2E488-ECE8-063D-7EA4-D47C31D3CA28}"/>
                </a:ext>
              </a:extLst>
            </p:cNvPr>
            <p:cNvCxnSpPr>
              <a:stCxn id="207" idx="0"/>
            </p:cNvCxnSpPr>
            <p:nvPr/>
          </p:nvCxnSpPr>
          <p:spPr>
            <a:xfrm rot="10800000">
              <a:off x="654900" y="1275600"/>
              <a:ext cx="0" cy="2043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546;p17">
              <a:extLst>
                <a:ext uri="{FF2B5EF4-FFF2-40B4-BE49-F238E27FC236}">
                  <a16:creationId xmlns:a16="http://schemas.microsoft.com/office/drawing/2014/main" id="{F97FA309-AAAB-529D-7EDB-91FCB7DF7FB8}"/>
                </a:ext>
              </a:extLst>
            </p:cNvPr>
            <p:cNvCxnSpPr/>
            <p:nvPr/>
          </p:nvCxnSpPr>
          <p:spPr>
            <a:xfrm>
              <a:off x="603900" y="134087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547;p17">
              <a:extLst>
                <a:ext uri="{FF2B5EF4-FFF2-40B4-BE49-F238E27FC236}">
                  <a16:creationId xmlns:a16="http://schemas.microsoft.com/office/drawing/2014/main" id="{2862D642-3BC1-FC10-0EA6-2E452D498606}"/>
                </a:ext>
              </a:extLst>
            </p:cNvPr>
            <p:cNvCxnSpPr/>
            <p:nvPr/>
          </p:nvCxnSpPr>
          <p:spPr>
            <a:xfrm>
              <a:off x="603900" y="1408225"/>
              <a:ext cx="102000" cy="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1" name="Google Shape;548;p17">
            <a:extLst>
              <a:ext uri="{FF2B5EF4-FFF2-40B4-BE49-F238E27FC236}">
                <a16:creationId xmlns:a16="http://schemas.microsoft.com/office/drawing/2014/main" id="{8C169E13-57CB-411F-7B16-9DEB9922382C}"/>
              </a:ext>
            </a:extLst>
          </p:cNvPr>
          <p:cNvGrpSpPr/>
          <p:nvPr/>
        </p:nvGrpSpPr>
        <p:grpSpPr>
          <a:xfrm rot="5400000" flipH="1">
            <a:off x="5126462" y="3549056"/>
            <a:ext cx="249062" cy="223407"/>
            <a:chOff x="457200" y="1749604"/>
            <a:chExt cx="395400" cy="354671"/>
          </a:xfrm>
        </p:grpSpPr>
        <p:grpSp>
          <p:nvGrpSpPr>
            <p:cNvPr id="212" name="Google Shape;549;p17">
              <a:extLst>
                <a:ext uri="{FF2B5EF4-FFF2-40B4-BE49-F238E27FC236}">
                  <a16:creationId xmlns:a16="http://schemas.microsoft.com/office/drawing/2014/main" id="{98E751EF-A8CB-7414-6FF3-CE56D356B159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216" name="Google Shape;550;p17">
                <a:extLst>
                  <a:ext uri="{FF2B5EF4-FFF2-40B4-BE49-F238E27FC236}">
                    <a16:creationId xmlns:a16="http://schemas.microsoft.com/office/drawing/2014/main" id="{F2B7FB84-7722-EA09-D1B9-05F401BD25BB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217" name="Google Shape;551;p17">
                <a:extLst>
                  <a:ext uri="{FF2B5EF4-FFF2-40B4-BE49-F238E27FC236}">
                    <a16:creationId xmlns:a16="http://schemas.microsoft.com/office/drawing/2014/main" id="{4D11D111-95BD-C2E9-5A9E-6CCCDB74434A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213" name="Google Shape;552;p17">
              <a:extLst>
                <a:ext uri="{FF2B5EF4-FFF2-40B4-BE49-F238E27FC236}">
                  <a16:creationId xmlns:a16="http://schemas.microsoft.com/office/drawing/2014/main" id="{4BF1B7AD-8C38-AA76-DAAB-99A0E548DD74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214" name="Google Shape;553;p17">
                <a:extLst>
                  <a:ext uri="{FF2B5EF4-FFF2-40B4-BE49-F238E27FC236}">
                    <a16:creationId xmlns:a16="http://schemas.microsoft.com/office/drawing/2014/main" id="{78383EE4-EA25-16FE-89F9-805CAA186CA1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5" name="Google Shape;554;p17">
                <a:extLst>
                  <a:ext uri="{FF2B5EF4-FFF2-40B4-BE49-F238E27FC236}">
                    <a16:creationId xmlns:a16="http://schemas.microsoft.com/office/drawing/2014/main" id="{EDB6E0CD-FF22-C6C8-6310-7112B3E318E4}"/>
                  </a:ext>
                </a:extLst>
              </p:cNvPr>
              <p:cNvSpPr/>
              <p:nvPr/>
            </p:nvSpPr>
            <p:spPr>
              <a:xfrm rot="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S</a:t>
                </a:r>
                <a:endParaRPr sz="377"/>
              </a:p>
            </p:txBody>
          </p:sp>
        </p:grpSp>
      </p:grpSp>
      <p:cxnSp>
        <p:nvCxnSpPr>
          <p:cNvPr id="218" name="Google Shape;555;p17">
            <a:extLst>
              <a:ext uri="{FF2B5EF4-FFF2-40B4-BE49-F238E27FC236}">
                <a16:creationId xmlns:a16="http://schemas.microsoft.com/office/drawing/2014/main" id="{F4014453-9EE2-259F-3CB1-6DD3FC2EEF3F}"/>
              </a:ext>
            </a:extLst>
          </p:cNvPr>
          <p:cNvCxnSpPr/>
          <p:nvPr/>
        </p:nvCxnSpPr>
        <p:spPr>
          <a:xfrm rot="-5400000">
            <a:off x="5447792" y="4096864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Google Shape;556;p17">
            <a:extLst>
              <a:ext uri="{FF2B5EF4-FFF2-40B4-BE49-F238E27FC236}">
                <a16:creationId xmlns:a16="http://schemas.microsoft.com/office/drawing/2014/main" id="{48DD9338-4DBF-B572-24DB-AFB64CD01758}"/>
              </a:ext>
            </a:extLst>
          </p:cNvPr>
          <p:cNvSpPr/>
          <p:nvPr/>
        </p:nvSpPr>
        <p:spPr>
          <a:xfrm>
            <a:off x="5479600" y="4200672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PT</a:t>
            </a:r>
            <a:endParaRPr sz="377"/>
          </a:p>
        </p:txBody>
      </p:sp>
      <p:cxnSp>
        <p:nvCxnSpPr>
          <p:cNvPr id="220" name="Google Shape;557;p17">
            <a:extLst>
              <a:ext uri="{FF2B5EF4-FFF2-40B4-BE49-F238E27FC236}">
                <a16:creationId xmlns:a16="http://schemas.microsoft.com/office/drawing/2014/main" id="{4D083746-C31C-50D5-F72E-16C3E4B2516A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5551595" y="3992166"/>
            <a:ext cx="187218" cy="803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559;p17">
            <a:extLst>
              <a:ext uri="{FF2B5EF4-FFF2-40B4-BE49-F238E27FC236}">
                <a16:creationId xmlns:a16="http://schemas.microsoft.com/office/drawing/2014/main" id="{4EBF0CC9-4F18-BABE-76E7-9573CD1FE0A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193261" y="3992166"/>
            <a:ext cx="209739" cy="803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560;p17">
            <a:extLst>
              <a:ext uri="{FF2B5EF4-FFF2-40B4-BE49-F238E27FC236}">
                <a16:creationId xmlns:a16="http://schemas.microsoft.com/office/drawing/2014/main" id="{DDA5BD32-C689-3E80-2A8A-5BD4FF4CC7C7}"/>
              </a:ext>
            </a:extLst>
          </p:cNvPr>
          <p:cNvCxnSpPr/>
          <p:nvPr/>
        </p:nvCxnSpPr>
        <p:spPr>
          <a:xfrm rot="-5400000">
            <a:off x="6297533" y="4098671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4" name="Google Shape;561;p17">
            <a:extLst>
              <a:ext uri="{FF2B5EF4-FFF2-40B4-BE49-F238E27FC236}">
                <a16:creationId xmlns:a16="http://schemas.microsoft.com/office/drawing/2014/main" id="{9A2A8F5C-50BC-22D9-5467-B1AB0C8D937F}"/>
              </a:ext>
            </a:extLst>
          </p:cNvPr>
          <p:cNvGrpSpPr/>
          <p:nvPr/>
        </p:nvGrpSpPr>
        <p:grpSpPr>
          <a:xfrm rot="-5400000" flipH="1">
            <a:off x="6276788" y="4254991"/>
            <a:ext cx="249062" cy="143995"/>
            <a:chOff x="457200" y="911400"/>
            <a:chExt cx="395400" cy="228600"/>
          </a:xfrm>
        </p:grpSpPr>
        <p:grpSp>
          <p:nvGrpSpPr>
            <p:cNvPr id="225" name="Google Shape;562;p17">
              <a:extLst>
                <a:ext uri="{FF2B5EF4-FFF2-40B4-BE49-F238E27FC236}">
                  <a16:creationId xmlns:a16="http://schemas.microsoft.com/office/drawing/2014/main" id="{B117A373-311D-114D-29D8-233DD2510683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227" name="Google Shape;563;p17">
                <a:extLst>
                  <a:ext uri="{FF2B5EF4-FFF2-40B4-BE49-F238E27FC236}">
                    <a16:creationId xmlns:a16="http://schemas.microsoft.com/office/drawing/2014/main" id="{1A0DB327-2983-B643-52F9-9ED7F57A200E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228" name="Google Shape;564;p17">
                <a:extLst>
                  <a:ext uri="{FF2B5EF4-FFF2-40B4-BE49-F238E27FC236}">
                    <a16:creationId xmlns:a16="http://schemas.microsoft.com/office/drawing/2014/main" id="{D9DD8243-C18A-32CE-FE0D-D09D60E11F47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sp>
          <p:nvSpPr>
            <p:cNvPr id="226" name="Google Shape;565;p17">
              <a:extLst>
                <a:ext uri="{FF2B5EF4-FFF2-40B4-BE49-F238E27FC236}">
                  <a16:creationId xmlns:a16="http://schemas.microsoft.com/office/drawing/2014/main" id="{FC963BFD-016F-FB40-BDE4-2FF361F45687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</p:grpSp>
      <p:grpSp>
        <p:nvGrpSpPr>
          <p:cNvPr id="229" name="Google Shape;566;p17">
            <a:extLst>
              <a:ext uri="{FF2B5EF4-FFF2-40B4-BE49-F238E27FC236}">
                <a16:creationId xmlns:a16="http://schemas.microsoft.com/office/drawing/2014/main" id="{AA972250-2381-E6A1-2754-73C061A76D6B}"/>
              </a:ext>
            </a:extLst>
          </p:cNvPr>
          <p:cNvGrpSpPr/>
          <p:nvPr/>
        </p:nvGrpSpPr>
        <p:grpSpPr>
          <a:xfrm rot="-5400000" flipH="1">
            <a:off x="6382551" y="4607746"/>
            <a:ext cx="37462" cy="143995"/>
            <a:chOff x="625163" y="3317475"/>
            <a:chExt cx="59473" cy="228600"/>
          </a:xfrm>
        </p:grpSpPr>
        <p:cxnSp>
          <p:nvCxnSpPr>
            <p:cNvPr id="230" name="Google Shape;567;p17">
              <a:extLst>
                <a:ext uri="{FF2B5EF4-FFF2-40B4-BE49-F238E27FC236}">
                  <a16:creationId xmlns:a16="http://schemas.microsoft.com/office/drawing/2014/main" id="{983EF33D-364F-65F7-82B4-F4CC44C38CBB}"/>
                </a:ext>
              </a:extLst>
            </p:cNvPr>
            <p:cNvCxnSpPr/>
            <p:nvPr/>
          </p:nvCxnSpPr>
          <p:spPr>
            <a:xfrm>
              <a:off x="625163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568;p17">
              <a:extLst>
                <a:ext uri="{FF2B5EF4-FFF2-40B4-BE49-F238E27FC236}">
                  <a16:creationId xmlns:a16="http://schemas.microsoft.com/office/drawing/2014/main" id="{90895387-1A90-8DB0-9418-8C37922A46BC}"/>
                </a:ext>
              </a:extLst>
            </p:cNvPr>
            <p:cNvCxnSpPr/>
            <p:nvPr/>
          </p:nvCxnSpPr>
          <p:spPr>
            <a:xfrm>
              <a:off x="684637" y="33174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2" name="Google Shape;569;p17">
            <a:extLst>
              <a:ext uri="{FF2B5EF4-FFF2-40B4-BE49-F238E27FC236}">
                <a16:creationId xmlns:a16="http://schemas.microsoft.com/office/drawing/2014/main" id="{CAB6192E-844A-8EC3-8D99-BA7DAD6C0F0A}"/>
              </a:ext>
            </a:extLst>
          </p:cNvPr>
          <p:cNvSpPr/>
          <p:nvPr/>
        </p:nvSpPr>
        <p:spPr>
          <a:xfrm flipH="1">
            <a:off x="5141676" y="3204006"/>
            <a:ext cx="144000" cy="124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600" tIns="57600" rIns="57600" bIns="5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1"/>
          </a:p>
        </p:txBody>
      </p:sp>
      <p:cxnSp>
        <p:nvCxnSpPr>
          <p:cNvPr id="233" name="Google Shape;570;p17">
            <a:extLst>
              <a:ext uri="{FF2B5EF4-FFF2-40B4-BE49-F238E27FC236}">
                <a16:creationId xmlns:a16="http://schemas.microsoft.com/office/drawing/2014/main" id="{DAE046E3-B984-3EB8-24B9-E526462DD38D}"/>
              </a:ext>
            </a:extLst>
          </p:cNvPr>
          <p:cNvCxnSpPr/>
          <p:nvPr/>
        </p:nvCxnSpPr>
        <p:spPr>
          <a:xfrm rot="-5400000">
            <a:off x="5109877" y="3432418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571;p17">
            <a:extLst>
              <a:ext uri="{FF2B5EF4-FFF2-40B4-BE49-F238E27FC236}">
                <a16:creationId xmlns:a16="http://schemas.microsoft.com/office/drawing/2014/main" id="{5677494E-A12B-92FA-8F75-04CF905C07C4}"/>
              </a:ext>
            </a:extLst>
          </p:cNvPr>
          <p:cNvCxnSpPr/>
          <p:nvPr/>
        </p:nvCxnSpPr>
        <p:spPr>
          <a:xfrm rot="-5400000">
            <a:off x="6297533" y="4555422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573;p17">
            <a:extLst>
              <a:ext uri="{FF2B5EF4-FFF2-40B4-BE49-F238E27FC236}">
                <a16:creationId xmlns:a16="http://schemas.microsoft.com/office/drawing/2014/main" id="{07470D04-06EF-4BCD-0D59-6E43D15186C8}"/>
              </a:ext>
            </a:extLst>
          </p:cNvPr>
          <p:cNvCxnSpPr/>
          <p:nvPr/>
        </p:nvCxnSpPr>
        <p:spPr>
          <a:xfrm>
            <a:off x="6401335" y="3992969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574;p17">
            <a:extLst>
              <a:ext uri="{FF2B5EF4-FFF2-40B4-BE49-F238E27FC236}">
                <a16:creationId xmlns:a16="http://schemas.microsoft.com/office/drawing/2014/main" id="{BE1488E6-2C66-B3D3-3FD9-03E6454388E4}"/>
              </a:ext>
            </a:extLst>
          </p:cNvPr>
          <p:cNvCxnSpPr/>
          <p:nvPr/>
        </p:nvCxnSpPr>
        <p:spPr>
          <a:xfrm rot="-5400000">
            <a:off x="6503468" y="4098671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7" name="Google Shape;575;p17">
            <a:extLst>
              <a:ext uri="{FF2B5EF4-FFF2-40B4-BE49-F238E27FC236}">
                <a16:creationId xmlns:a16="http://schemas.microsoft.com/office/drawing/2014/main" id="{873FEC1B-7F5C-46FF-6C85-4FAFF7CF726D}"/>
              </a:ext>
            </a:extLst>
          </p:cNvPr>
          <p:cNvGrpSpPr/>
          <p:nvPr/>
        </p:nvGrpSpPr>
        <p:grpSpPr>
          <a:xfrm rot="-5400000" flipH="1">
            <a:off x="6482723" y="4254991"/>
            <a:ext cx="249062" cy="143995"/>
            <a:chOff x="457200" y="911400"/>
            <a:chExt cx="395400" cy="228600"/>
          </a:xfrm>
        </p:grpSpPr>
        <p:grpSp>
          <p:nvGrpSpPr>
            <p:cNvPr id="238" name="Google Shape;576;p17">
              <a:extLst>
                <a:ext uri="{FF2B5EF4-FFF2-40B4-BE49-F238E27FC236}">
                  <a16:creationId xmlns:a16="http://schemas.microsoft.com/office/drawing/2014/main" id="{83D7A52F-4347-6409-EEA9-31D8CDDBFEA7}"/>
                </a:ext>
              </a:extLst>
            </p:cNvPr>
            <p:cNvGrpSpPr/>
            <p:nvPr/>
          </p:nvGrpSpPr>
          <p:grpSpPr>
            <a:xfrm>
              <a:off x="457200" y="911400"/>
              <a:ext cx="395400" cy="228600"/>
              <a:chOff x="1413125" y="1836875"/>
              <a:chExt cx="395400" cy="228600"/>
            </a:xfrm>
          </p:grpSpPr>
          <p:sp>
            <p:nvSpPr>
              <p:cNvPr id="240" name="Google Shape;577;p17">
                <a:extLst>
                  <a:ext uri="{FF2B5EF4-FFF2-40B4-BE49-F238E27FC236}">
                    <a16:creationId xmlns:a16="http://schemas.microsoft.com/office/drawing/2014/main" id="{D5B7D233-BF89-45F4-789D-2BE3D2C070ED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241" name="Google Shape;578;p17">
                <a:extLst>
                  <a:ext uri="{FF2B5EF4-FFF2-40B4-BE49-F238E27FC236}">
                    <a16:creationId xmlns:a16="http://schemas.microsoft.com/office/drawing/2014/main" id="{03BF0B28-AA24-FBC6-4B30-F385978704C1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sp>
          <p:nvSpPr>
            <p:cNvPr id="239" name="Google Shape;579;p17">
              <a:extLst>
                <a:ext uri="{FF2B5EF4-FFF2-40B4-BE49-F238E27FC236}">
                  <a16:creationId xmlns:a16="http://schemas.microsoft.com/office/drawing/2014/main" id="{CF2E7CCB-D932-085A-8092-75DE3BD6C0EF}"/>
                </a:ext>
              </a:extLst>
            </p:cNvPr>
            <p:cNvSpPr/>
            <p:nvPr/>
          </p:nvSpPr>
          <p:spPr>
            <a:xfrm>
              <a:off x="540600" y="911400"/>
              <a:ext cx="228600" cy="2286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600" tIns="57600" rIns="57600" bIns="576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81"/>
            </a:p>
          </p:txBody>
        </p:sp>
      </p:grpSp>
      <p:cxnSp>
        <p:nvCxnSpPr>
          <p:cNvPr id="242" name="Google Shape;580;p17">
            <a:extLst>
              <a:ext uri="{FF2B5EF4-FFF2-40B4-BE49-F238E27FC236}">
                <a16:creationId xmlns:a16="http://schemas.microsoft.com/office/drawing/2014/main" id="{2AFCD29C-FC0D-B373-DC82-AC67CB10CA23}"/>
              </a:ext>
            </a:extLst>
          </p:cNvPr>
          <p:cNvCxnSpPr/>
          <p:nvPr/>
        </p:nvCxnSpPr>
        <p:spPr>
          <a:xfrm rot="-5400000">
            <a:off x="6503468" y="4555422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581;p17">
            <a:extLst>
              <a:ext uri="{FF2B5EF4-FFF2-40B4-BE49-F238E27FC236}">
                <a16:creationId xmlns:a16="http://schemas.microsoft.com/office/drawing/2014/main" id="{0D725BD5-1777-7C81-31A6-0B8D4D01C1DD}"/>
              </a:ext>
            </a:extLst>
          </p:cNvPr>
          <p:cNvCxnSpPr/>
          <p:nvPr/>
        </p:nvCxnSpPr>
        <p:spPr>
          <a:xfrm>
            <a:off x="6607270" y="3992969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582;p17">
            <a:extLst>
              <a:ext uri="{FF2B5EF4-FFF2-40B4-BE49-F238E27FC236}">
                <a16:creationId xmlns:a16="http://schemas.microsoft.com/office/drawing/2014/main" id="{1AF4B0A0-B871-734E-53BF-AE1727087C6F}"/>
              </a:ext>
            </a:extLst>
          </p:cNvPr>
          <p:cNvCxnSpPr/>
          <p:nvPr/>
        </p:nvCxnSpPr>
        <p:spPr>
          <a:xfrm>
            <a:off x="6814985" y="3992968"/>
            <a:ext cx="4569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5" name="Google Shape;583;p17">
            <a:extLst>
              <a:ext uri="{FF2B5EF4-FFF2-40B4-BE49-F238E27FC236}">
                <a16:creationId xmlns:a16="http://schemas.microsoft.com/office/drawing/2014/main" id="{7C38881A-0123-9A3D-2C0F-6E73C06825CE}"/>
              </a:ext>
            </a:extLst>
          </p:cNvPr>
          <p:cNvGrpSpPr/>
          <p:nvPr/>
        </p:nvGrpSpPr>
        <p:grpSpPr>
          <a:xfrm rot="10800000" flipH="1">
            <a:off x="7721708" y="3921010"/>
            <a:ext cx="95997" cy="143995"/>
            <a:chOff x="578700" y="2634675"/>
            <a:chExt cx="152400" cy="228600"/>
          </a:xfrm>
        </p:grpSpPr>
        <p:cxnSp>
          <p:nvCxnSpPr>
            <p:cNvPr id="246" name="Google Shape;584;p17">
              <a:extLst>
                <a:ext uri="{FF2B5EF4-FFF2-40B4-BE49-F238E27FC236}">
                  <a16:creationId xmlns:a16="http://schemas.microsoft.com/office/drawing/2014/main" id="{341AF387-0540-2687-8937-55CCCB54DF5B}"/>
                </a:ext>
              </a:extLst>
            </p:cNvPr>
            <p:cNvCxnSpPr/>
            <p:nvPr/>
          </p:nvCxnSpPr>
          <p:spPr>
            <a:xfrm>
              <a:off x="5787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585;p17">
              <a:extLst>
                <a:ext uri="{FF2B5EF4-FFF2-40B4-BE49-F238E27FC236}">
                  <a16:creationId xmlns:a16="http://schemas.microsoft.com/office/drawing/2014/main" id="{67B9771B-27A0-38E6-7AC3-CCD8E81C3681}"/>
                </a:ext>
              </a:extLst>
            </p:cNvPr>
            <p:cNvCxnSpPr/>
            <p:nvPr/>
          </p:nvCxnSpPr>
          <p:spPr>
            <a:xfrm>
              <a:off x="731100" y="2634675"/>
              <a:ext cx="0" cy="228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586;p17">
              <a:extLst>
                <a:ext uri="{FF2B5EF4-FFF2-40B4-BE49-F238E27FC236}">
                  <a16:creationId xmlns:a16="http://schemas.microsoft.com/office/drawing/2014/main" id="{EFA0EA03-E8E9-673D-419D-92ECE2C6A7A8}"/>
                </a:ext>
              </a:extLst>
            </p:cNvPr>
            <p:cNvCxnSpPr/>
            <p:nvPr/>
          </p:nvCxnSpPr>
          <p:spPr>
            <a:xfrm>
              <a:off x="578700" y="2674575"/>
              <a:ext cx="150600" cy="15060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49" name="Google Shape;587;p17">
            <a:extLst>
              <a:ext uri="{FF2B5EF4-FFF2-40B4-BE49-F238E27FC236}">
                <a16:creationId xmlns:a16="http://schemas.microsoft.com/office/drawing/2014/main" id="{A2FA5D71-B4AE-0E49-E5B2-578B5259EB60}"/>
              </a:ext>
            </a:extLst>
          </p:cNvPr>
          <p:cNvGrpSpPr/>
          <p:nvPr/>
        </p:nvGrpSpPr>
        <p:grpSpPr>
          <a:xfrm flipH="1">
            <a:off x="7268347" y="3813073"/>
            <a:ext cx="249062" cy="251864"/>
            <a:chOff x="457200" y="2122028"/>
            <a:chExt cx="395400" cy="399847"/>
          </a:xfrm>
        </p:grpSpPr>
        <p:grpSp>
          <p:nvGrpSpPr>
            <p:cNvPr id="250" name="Google Shape;588;p17">
              <a:extLst>
                <a:ext uri="{FF2B5EF4-FFF2-40B4-BE49-F238E27FC236}">
                  <a16:creationId xmlns:a16="http://schemas.microsoft.com/office/drawing/2014/main" id="{164EF171-33BF-D34E-25D1-574BE7B07C68}"/>
                </a:ext>
              </a:extLst>
            </p:cNvPr>
            <p:cNvGrpSpPr/>
            <p:nvPr/>
          </p:nvGrpSpPr>
          <p:grpSpPr>
            <a:xfrm>
              <a:off x="457200" y="2293275"/>
              <a:ext cx="395400" cy="228600"/>
              <a:chOff x="457200" y="911400"/>
              <a:chExt cx="395400" cy="228600"/>
            </a:xfrm>
          </p:grpSpPr>
          <p:grpSp>
            <p:nvGrpSpPr>
              <p:cNvPr id="254" name="Google Shape;589;p17">
                <a:extLst>
                  <a:ext uri="{FF2B5EF4-FFF2-40B4-BE49-F238E27FC236}">
                    <a16:creationId xmlns:a16="http://schemas.microsoft.com/office/drawing/2014/main" id="{570E26CC-1FA6-B62F-9BD9-D9B0C63FC21A}"/>
                  </a:ext>
                </a:extLst>
              </p:cNvPr>
              <p:cNvGrpSpPr/>
              <p:nvPr/>
            </p:nvGrpSpPr>
            <p:grpSpPr>
              <a:xfrm>
                <a:off x="457200" y="911400"/>
                <a:ext cx="395400" cy="228600"/>
                <a:chOff x="1413125" y="1836875"/>
                <a:chExt cx="395400" cy="228600"/>
              </a:xfrm>
            </p:grpSpPr>
            <p:sp>
              <p:nvSpPr>
                <p:cNvPr id="256" name="Google Shape;590;p17">
                  <a:extLst>
                    <a:ext uri="{FF2B5EF4-FFF2-40B4-BE49-F238E27FC236}">
                      <a16:creationId xmlns:a16="http://schemas.microsoft.com/office/drawing/2014/main" id="{1970AD2E-95FB-3F37-EA62-3ECEA5AEBFDA}"/>
                    </a:ext>
                  </a:extLst>
                </p:cNvPr>
                <p:cNvSpPr/>
                <p:nvPr/>
              </p:nvSpPr>
              <p:spPr>
                <a:xfrm rot="5400000">
                  <a:off x="13976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600" tIns="57600" rIns="57600" bIns="576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81"/>
                </a:p>
              </p:txBody>
            </p:sp>
            <p:sp>
              <p:nvSpPr>
                <p:cNvPr id="257" name="Google Shape;591;p17">
                  <a:extLst>
                    <a:ext uri="{FF2B5EF4-FFF2-40B4-BE49-F238E27FC236}">
                      <a16:creationId xmlns:a16="http://schemas.microsoft.com/office/drawing/2014/main" id="{9521B783-85DB-062F-ABB0-BFB5F679CE85}"/>
                    </a:ext>
                  </a:extLst>
                </p:cNvPr>
                <p:cNvSpPr/>
                <p:nvPr/>
              </p:nvSpPr>
              <p:spPr>
                <a:xfrm rot="-5400000">
                  <a:off x="1595375" y="1852325"/>
                  <a:ext cx="228600" cy="1977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lt2"/>
                </a:solidFill>
                <a:ln w="127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7600" tIns="57600" rIns="57600" bIns="576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881"/>
                </a:p>
              </p:txBody>
            </p:sp>
          </p:grpSp>
          <p:sp>
            <p:nvSpPr>
              <p:cNvPr id="255" name="Google Shape;592;p17">
                <a:extLst>
                  <a:ext uri="{FF2B5EF4-FFF2-40B4-BE49-F238E27FC236}">
                    <a16:creationId xmlns:a16="http://schemas.microsoft.com/office/drawing/2014/main" id="{A3A57F63-5F64-5C5D-97FE-578583B6300E}"/>
                  </a:ext>
                </a:extLst>
              </p:cNvPr>
              <p:cNvSpPr/>
              <p:nvPr/>
            </p:nvSpPr>
            <p:spPr>
              <a:xfrm>
                <a:off x="540600" y="911400"/>
                <a:ext cx="228600" cy="228600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251" name="Google Shape;593;p17">
              <a:extLst>
                <a:ext uri="{FF2B5EF4-FFF2-40B4-BE49-F238E27FC236}">
                  <a16:creationId xmlns:a16="http://schemas.microsoft.com/office/drawing/2014/main" id="{9C18FCBA-5F1E-BE5C-BB6B-F225A1B00B0D}"/>
                </a:ext>
              </a:extLst>
            </p:cNvPr>
            <p:cNvGrpSpPr/>
            <p:nvPr/>
          </p:nvGrpSpPr>
          <p:grpSpPr>
            <a:xfrm>
              <a:off x="595950" y="2122028"/>
              <a:ext cx="117900" cy="171247"/>
              <a:chOff x="595950" y="335700"/>
              <a:chExt cx="117900" cy="171247"/>
            </a:xfrm>
          </p:grpSpPr>
          <p:cxnSp>
            <p:nvCxnSpPr>
              <p:cNvPr id="252" name="Google Shape;594;p17">
                <a:extLst>
                  <a:ext uri="{FF2B5EF4-FFF2-40B4-BE49-F238E27FC236}">
                    <a16:creationId xmlns:a16="http://schemas.microsoft.com/office/drawing/2014/main" id="{B11798BD-7A3B-D472-F0BE-F34B69C5A66C}"/>
                  </a:ext>
                </a:extLst>
              </p:cNvPr>
              <p:cNvCxnSpPr>
                <a:stCxn id="255" idx="0"/>
              </p:cNvCxnSpPr>
              <p:nvPr/>
            </p:nvCxnSpPr>
            <p:spPr>
              <a:xfrm rot="10800000">
                <a:off x="654900" y="453547"/>
                <a:ext cx="0" cy="534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595;p17">
                <a:extLst>
                  <a:ext uri="{FF2B5EF4-FFF2-40B4-BE49-F238E27FC236}">
                    <a16:creationId xmlns:a16="http://schemas.microsoft.com/office/drawing/2014/main" id="{EE1A5B14-ED98-8BBD-FF61-29E51459BBBD}"/>
                  </a:ext>
                </a:extLst>
              </p:cNvPr>
              <p:cNvSpPr/>
              <p:nvPr/>
            </p:nvSpPr>
            <p:spPr>
              <a:xfrm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P</a:t>
                </a:r>
                <a:endParaRPr sz="377"/>
              </a:p>
            </p:txBody>
          </p:sp>
        </p:grpSp>
      </p:grpSp>
      <p:grpSp>
        <p:nvGrpSpPr>
          <p:cNvPr id="258" name="Google Shape;596;p17">
            <a:extLst>
              <a:ext uri="{FF2B5EF4-FFF2-40B4-BE49-F238E27FC236}">
                <a16:creationId xmlns:a16="http://schemas.microsoft.com/office/drawing/2014/main" id="{6DFC5B43-2A0D-E9B6-564F-698BD89FC099}"/>
              </a:ext>
            </a:extLst>
          </p:cNvPr>
          <p:cNvGrpSpPr/>
          <p:nvPr/>
        </p:nvGrpSpPr>
        <p:grpSpPr>
          <a:xfrm rot="-5400000" flipH="1">
            <a:off x="7230001" y="3369168"/>
            <a:ext cx="249062" cy="223407"/>
            <a:chOff x="457200" y="1749604"/>
            <a:chExt cx="395400" cy="354671"/>
          </a:xfrm>
        </p:grpSpPr>
        <p:grpSp>
          <p:nvGrpSpPr>
            <p:cNvPr id="259" name="Google Shape;597;p17">
              <a:extLst>
                <a:ext uri="{FF2B5EF4-FFF2-40B4-BE49-F238E27FC236}">
                  <a16:creationId xmlns:a16="http://schemas.microsoft.com/office/drawing/2014/main" id="{AF4BAB87-0DCE-406A-F024-185189E803CE}"/>
                </a:ext>
              </a:extLst>
            </p:cNvPr>
            <p:cNvGrpSpPr/>
            <p:nvPr/>
          </p:nvGrpSpPr>
          <p:grpSpPr>
            <a:xfrm>
              <a:off x="457200" y="1875675"/>
              <a:ext cx="395400" cy="228600"/>
              <a:chOff x="1413125" y="1836875"/>
              <a:chExt cx="395400" cy="228600"/>
            </a:xfrm>
          </p:grpSpPr>
          <p:sp>
            <p:nvSpPr>
              <p:cNvPr id="263" name="Google Shape;598;p17">
                <a:extLst>
                  <a:ext uri="{FF2B5EF4-FFF2-40B4-BE49-F238E27FC236}">
                    <a16:creationId xmlns:a16="http://schemas.microsoft.com/office/drawing/2014/main" id="{4FDC8B2D-666D-2B51-5E06-C69A1CD737F6}"/>
                  </a:ext>
                </a:extLst>
              </p:cNvPr>
              <p:cNvSpPr/>
              <p:nvPr/>
            </p:nvSpPr>
            <p:spPr>
              <a:xfrm rot="5400000">
                <a:off x="13976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  <p:sp>
            <p:nvSpPr>
              <p:cNvPr id="264" name="Google Shape;599;p17">
                <a:extLst>
                  <a:ext uri="{FF2B5EF4-FFF2-40B4-BE49-F238E27FC236}">
                    <a16:creationId xmlns:a16="http://schemas.microsoft.com/office/drawing/2014/main" id="{6F928861-3F61-874E-ACE0-D62CA949F684}"/>
                  </a:ext>
                </a:extLst>
              </p:cNvPr>
              <p:cNvSpPr/>
              <p:nvPr/>
            </p:nvSpPr>
            <p:spPr>
              <a:xfrm rot="-5400000">
                <a:off x="1595375" y="1852325"/>
                <a:ext cx="228600" cy="1977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7600" tIns="57600" rIns="57600" bIns="576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81"/>
              </a:p>
            </p:txBody>
          </p:sp>
        </p:grpSp>
        <p:grpSp>
          <p:nvGrpSpPr>
            <p:cNvPr id="260" name="Google Shape;600;p17">
              <a:extLst>
                <a:ext uri="{FF2B5EF4-FFF2-40B4-BE49-F238E27FC236}">
                  <a16:creationId xmlns:a16="http://schemas.microsoft.com/office/drawing/2014/main" id="{6420C9C5-7CB7-7190-EA50-E1C125006A93}"/>
                </a:ext>
              </a:extLst>
            </p:cNvPr>
            <p:cNvGrpSpPr/>
            <p:nvPr/>
          </p:nvGrpSpPr>
          <p:grpSpPr>
            <a:xfrm>
              <a:off x="595950" y="1749604"/>
              <a:ext cx="117900" cy="235800"/>
              <a:chOff x="595950" y="335700"/>
              <a:chExt cx="117900" cy="235800"/>
            </a:xfrm>
          </p:grpSpPr>
          <p:cxnSp>
            <p:nvCxnSpPr>
              <p:cNvPr id="261" name="Google Shape;601;p17">
                <a:extLst>
                  <a:ext uri="{FF2B5EF4-FFF2-40B4-BE49-F238E27FC236}">
                    <a16:creationId xmlns:a16="http://schemas.microsoft.com/office/drawing/2014/main" id="{9B1CD34C-D12B-49DC-B4B4-DBA716E1D32D}"/>
                  </a:ext>
                </a:extLst>
              </p:cNvPr>
              <p:cNvCxnSpPr/>
              <p:nvPr/>
            </p:nvCxnSpPr>
            <p:spPr>
              <a:xfrm rot="10800000">
                <a:off x="654900" y="453600"/>
                <a:ext cx="0" cy="1179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2" name="Google Shape;602;p17">
                <a:extLst>
                  <a:ext uri="{FF2B5EF4-FFF2-40B4-BE49-F238E27FC236}">
                    <a16:creationId xmlns:a16="http://schemas.microsoft.com/office/drawing/2014/main" id="{A585081D-629E-D4AA-96AA-B9F783A51288}"/>
                  </a:ext>
                </a:extLst>
              </p:cNvPr>
              <p:cNvSpPr/>
              <p:nvPr/>
            </p:nvSpPr>
            <p:spPr>
              <a:xfrm rot="-5400000">
                <a:off x="595950" y="335700"/>
                <a:ext cx="117900" cy="117900"/>
              </a:xfrm>
              <a:prstGeom prst="rect">
                <a:avLst/>
              </a:prstGeom>
              <a:solidFill>
                <a:schemeClr val="lt2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77"/>
                  <a:t>S</a:t>
                </a:r>
                <a:endParaRPr sz="377"/>
              </a:p>
            </p:txBody>
          </p:sp>
        </p:grpSp>
      </p:grpSp>
      <p:cxnSp>
        <p:nvCxnSpPr>
          <p:cNvPr id="265" name="Google Shape;603;p17">
            <a:extLst>
              <a:ext uri="{FF2B5EF4-FFF2-40B4-BE49-F238E27FC236}">
                <a16:creationId xmlns:a16="http://schemas.microsoft.com/office/drawing/2014/main" id="{00CC37EE-B47F-8E9A-A187-E924D7EEBBA7}"/>
              </a:ext>
            </a:extLst>
          </p:cNvPr>
          <p:cNvCxnSpPr/>
          <p:nvPr/>
        </p:nvCxnSpPr>
        <p:spPr>
          <a:xfrm rot="5400000">
            <a:off x="7289068" y="3709213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604;p17">
            <a:extLst>
              <a:ext uri="{FF2B5EF4-FFF2-40B4-BE49-F238E27FC236}">
                <a16:creationId xmlns:a16="http://schemas.microsoft.com/office/drawing/2014/main" id="{EB9B5505-EA98-34F0-C7DA-9B425E370421}"/>
              </a:ext>
            </a:extLst>
          </p:cNvPr>
          <p:cNvCxnSpPr/>
          <p:nvPr/>
        </p:nvCxnSpPr>
        <p:spPr>
          <a:xfrm>
            <a:off x="7517404" y="3992969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606;p17">
            <a:extLst>
              <a:ext uri="{FF2B5EF4-FFF2-40B4-BE49-F238E27FC236}">
                <a16:creationId xmlns:a16="http://schemas.microsoft.com/office/drawing/2014/main" id="{5201D9A3-37AA-443E-8414-50D9B31A4E60}"/>
              </a:ext>
            </a:extLst>
          </p:cNvPr>
          <p:cNvCxnSpPr/>
          <p:nvPr/>
        </p:nvCxnSpPr>
        <p:spPr>
          <a:xfrm rot="10800000">
            <a:off x="4573793" y="2689054"/>
            <a:ext cx="0" cy="66510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607;p17">
            <a:extLst>
              <a:ext uri="{FF2B5EF4-FFF2-40B4-BE49-F238E27FC236}">
                <a16:creationId xmlns:a16="http://schemas.microsoft.com/office/drawing/2014/main" id="{C93A75C9-1166-F266-CA19-4C930715C597}"/>
              </a:ext>
            </a:extLst>
          </p:cNvPr>
          <p:cNvCxnSpPr/>
          <p:nvPr/>
        </p:nvCxnSpPr>
        <p:spPr>
          <a:xfrm rot="10800000">
            <a:off x="7392869" y="2687017"/>
            <a:ext cx="0" cy="665100"/>
          </a:xfrm>
          <a:prstGeom prst="straightConnector1">
            <a:avLst/>
          </a:prstGeom>
          <a:noFill/>
          <a:ln w="1270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608;p17">
            <a:extLst>
              <a:ext uri="{FF2B5EF4-FFF2-40B4-BE49-F238E27FC236}">
                <a16:creationId xmlns:a16="http://schemas.microsoft.com/office/drawing/2014/main" id="{D64F474A-1384-E238-77AA-B6AF709EA55F}"/>
              </a:ext>
            </a:extLst>
          </p:cNvPr>
          <p:cNvCxnSpPr/>
          <p:nvPr/>
        </p:nvCxnSpPr>
        <p:spPr>
          <a:xfrm>
            <a:off x="7817879" y="3993044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609;p17">
            <a:extLst>
              <a:ext uri="{FF2B5EF4-FFF2-40B4-BE49-F238E27FC236}">
                <a16:creationId xmlns:a16="http://schemas.microsoft.com/office/drawing/2014/main" id="{90A12E27-042A-63A9-1776-12CAD152CDA5}"/>
              </a:ext>
            </a:extLst>
          </p:cNvPr>
          <p:cNvCxnSpPr/>
          <p:nvPr/>
        </p:nvCxnSpPr>
        <p:spPr>
          <a:xfrm>
            <a:off x="7817879" y="1377119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610;p17">
            <a:extLst>
              <a:ext uri="{FF2B5EF4-FFF2-40B4-BE49-F238E27FC236}">
                <a16:creationId xmlns:a16="http://schemas.microsoft.com/office/drawing/2014/main" id="{EFF62CA5-5A5B-886D-EBD4-74420784831B}"/>
              </a:ext>
            </a:extLst>
          </p:cNvPr>
          <p:cNvCxnSpPr/>
          <p:nvPr/>
        </p:nvCxnSpPr>
        <p:spPr>
          <a:xfrm>
            <a:off x="8025475" y="1375160"/>
            <a:ext cx="0" cy="116610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611;p17">
            <a:extLst>
              <a:ext uri="{FF2B5EF4-FFF2-40B4-BE49-F238E27FC236}">
                <a16:creationId xmlns:a16="http://schemas.microsoft.com/office/drawing/2014/main" id="{04F6CE19-3A0D-87E7-60E7-1FC536B76382}"/>
              </a:ext>
            </a:extLst>
          </p:cNvPr>
          <p:cNvCxnSpPr/>
          <p:nvPr/>
        </p:nvCxnSpPr>
        <p:spPr>
          <a:xfrm>
            <a:off x="8025479" y="2541269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612;p17">
            <a:extLst>
              <a:ext uri="{FF2B5EF4-FFF2-40B4-BE49-F238E27FC236}">
                <a16:creationId xmlns:a16="http://schemas.microsoft.com/office/drawing/2014/main" id="{CABE747A-9329-F1E3-A2C8-E467E49AFD88}"/>
              </a:ext>
            </a:extLst>
          </p:cNvPr>
          <p:cNvCxnSpPr/>
          <p:nvPr/>
        </p:nvCxnSpPr>
        <p:spPr>
          <a:xfrm rot="10800000">
            <a:off x="8028067" y="2826269"/>
            <a:ext cx="0" cy="116610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613;p17">
            <a:extLst>
              <a:ext uri="{FF2B5EF4-FFF2-40B4-BE49-F238E27FC236}">
                <a16:creationId xmlns:a16="http://schemas.microsoft.com/office/drawing/2014/main" id="{722A3BC9-339D-4384-E612-D79B1C42AD9F}"/>
              </a:ext>
            </a:extLst>
          </p:cNvPr>
          <p:cNvCxnSpPr/>
          <p:nvPr/>
        </p:nvCxnSpPr>
        <p:spPr>
          <a:xfrm>
            <a:off x="8028071" y="2826260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" name="Google Shape;614;p17">
            <a:extLst>
              <a:ext uri="{FF2B5EF4-FFF2-40B4-BE49-F238E27FC236}">
                <a16:creationId xmlns:a16="http://schemas.microsoft.com/office/drawing/2014/main" id="{79A9C59A-F40F-25D9-F0C3-7C631AB4FFEB}"/>
              </a:ext>
            </a:extLst>
          </p:cNvPr>
          <p:cNvSpPr/>
          <p:nvPr/>
        </p:nvSpPr>
        <p:spPr>
          <a:xfrm>
            <a:off x="8236750" y="2433760"/>
            <a:ext cx="685500" cy="497400"/>
          </a:xfrm>
          <a:prstGeom prst="rect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Chamber</a:t>
            </a:r>
            <a:endParaRPr sz="800"/>
          </a:p>
        </p:txBody>
      </p:sp>
      <p:cxnSp>
        <p:nvCxnSpPr>
          <p:cNvPr id="277" name="Google Shape;615;p17">
            <a:extLst>
              <a:ext uri="{FF2B5EF4-FFF2-40B4-BE49-F238E27FC236}">
                <a16:creationId xmlns:a16="http://schemas.microsoft.com/office/drawing/2014/main" id="{0E6639AB-6AB1-3ED5-F685-0C0B3FBF2EFA}"/>
              </a:ext>
            </a:extLst>
          </p:cNvPr>
          <p:cNvCxnSpPr/>
          <p:nvPr/>
        </p:nvCxnSpPr>
        <p:spPr>
          <a:xfrm>
            <a:off x="7817874" y="25412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8" name="Google Shape;616;p17">
            <a:extLst>
              <a:ext uri="{FF2B5EF4-FFF2-40B4-BE49-F238E27FC236}">
                <a16:creationId xmlns:a16="http://schemas.microsoft.com/office/drawing/2014/main" id="{CCE79D9F-3249-64D2-2108-A363BB9FE18F}"/>
              </a:ext>
            </a:extLst>
          </p:cNvPr>
          <p:cNvSpPr/>
          <p:nvPr/>
        </p:nvSpPr>
        <p:spPr>
          <a:xfrm>
            <a:off x="7673868" y="2469250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PT</a:t>
            </a:r>
            <a:endParaRPr sz="377"/>
          </a:p>
        </p:txBody>
      </p:sp>
      <p:cxnSp>
        <p:nvCxnSpPr>
          <p:cNvPr id="279" name="Google Shape;617;p17">
            <a:extLst>
              <a:ext uri="{FF2B5EF4-FFF2-40B4-BE49-F238E27FC236}">
                <a16:creationId xmlns:a16="http://schemas.microsoft.com/office/drawing/2014/main" id="{815AC616-109C-C5C2-1326-298A13495BAC}"/>
              </a:ext>
            </a:extLst>
          </p:cNvPr>
          <p:cNvCxnSpPr/>
          <p:nvPr/>
        </p:nvCxnSpPr>
        <p:spPr>
          <a:xfrm>
            <a:off x="7817874" y="28262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" name="Google Shape;618;p17">
            <a:extLst>
              <a:ext uri="{FF2B5EF4-FFF2-40B4-BE49-F238E27FC236}">
                <a16:creationId xmlns:a16="http://schemas.microsoft.com/office/drawing/2014/main" id="{94BA2537-79E0-E866-F364-09EC77FE3A2B}"/>
              </a:ext>
            </a:extLst>
          </p:cNvPr>
          <p:cNvSpPr/>
          <p:nvPr/>
        </p:nvSpPr>
        <p:spPr>
          <a:xfrm>
            <a:off x="7673868" y="2754250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PT</a:t>
            </a:r>
            <a:endParaRPr sz="377"/>
          </a:p>
        </p:txBody>
      </p:sp>
      <p:cxnSp>
        <p:nvCxnSpPr>
          <p:cNvPr id="281" name="Google Shape;619;p17">
            <a:extLst>
              <a:ext uri="{FF2B5EF4-FFF2-40B4-BE49-F238E27FC236}">
                <a16:creationId xmlns:a16="http://schemas.microsoft.com/office/drawing/2014/main" id="{01F1D4FB-661F-755D-870B-82205CA31CE4}"/>
              </a:ext>
            </a:extLst>
          </p:cNvPr>
          <p:cNvCxnSpPr/>
          <p:nvPr/>
        </p:nvCxnSpPr>
        <p:spPr>
          <a:xfrm>
            <a:off x="8025474" y="2683757"/>
            <a:ext cx="20760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2" name="Google Shape;620;p17">
            <a:extLst>
              <a:ext uri="{FF2B5EF4-FFF2-40B4-BE49-F238E27FC236}">
                <a16:creationId xmlns:a16="http://schemas.microsoft.com/office/drawing/2014/main" id="{64DFAFCD-C1E2-FD16-BB92-0D4ECFA68C05}"/>
              </a:ext>
            </a:extLst>
          </p:cNvPr>
          <p:cNvSpPr/>
          <p:nvPr/>
        </p:nvSpPr>
        <p:spPr>
          <a:xfrm>
            <a:off x="7881468" y="2611750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PT</a:t>
            </a:r>
            <a:endParaRPr sz="377"/>
          </a:p>
        </p:txBody>
      </p:sp>
      <p:sp>
        <p:nvSpPr>
          <p:cNvPr id="283" name="Google Shape;621;p17">
            <a:extLst>
              <a:ext uri="{FF2B5EF4-FFF2-40B4-BE49-F238E27FC236}">
                <a16:creationId xmlns:a16="http://schemas.microsoft.com/office/drawing/2014/main" id="{1B5A14AF-A75A-2837-D90B-429030DEA8FD}"/>
              </a:ext>
            </a:extLst>
          </p:cNvPr>
          <p:cNvSpPr/>
          <p:nvPr/>
        </p:nvSpPr>
        <p:spPr>
          <a:xfrm>
            <a:off x="5899603" y="1531287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 dirty="0"/>
              <a:t>TC</a:t>
            </a:r>
            <a:endParaRPr sz="377" dirty="0"/>
          </a:p>
        </p:txBody>
      </p:sp>
      <p:sp>
        <p:nvSpPr>
          <p:cNvPr id="284" name="Google Shape;622;p17">
            <a:extLst>
              <a:ext uri="{FF2B5EF4-FFF2-40B4-BE49-F238E27FC236}">
                <a16:creationId xmlns:a16="http://schemas.microsoft.com/office/drawing/2014/main" id="{B167D43E-CC3E-D43B-9C80-FC1709AC6C18}"/>
              </a:ext>
            </a:extLst>
          </p:cNvPr>
          <p:cNvSpPr/>
          <p:nvPr/>
        </p:nvSpPr>
        <p:spPr>
          <a:xfrm>
            <a:off x="5880392" y="3687094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TC</a:t>
            </a:r>
            <a:endParaRPr sz="377"/>
          </a:p>
        </p:txBody>
      </p:sp>
      <p:sp>
        <p:nvSpPr>
          <p:cNvPr id="285" name="Google Shape;623;p17">
            <a:extLst>
              <a:ext uri="{FF2B5EF4-FFF2-40B4-BE49-F238E27FC236}">
                <a16:creationId xmlns:a16="http://schemas.microsoft.com/office/drawing/2014/main" id="{10A7ECE1-3E88-326F-4D00-50E1F8832380}"/>
              </a:ext>
            </a:extLst>
          </p:cNvPr>
          <p:cNvSpPr/>
          <p:nvPr/>
        </p:nvSpPr>
        <p:spPr>
          <a:xfrm>
            <a:off x="8679051" y="2285109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TC</a:t>
            </a:r>
            <a:endParaRPr sz="377"/>
          </a:p>
        </p:txBody>
      </p:sp>
      <p:sp>
        <p:nvSpPr>
          <p:cNvPr id="286" name="Google Shape;624;p17">
            <a:extLst>
              <a:ext uri="{FF2B5EF4-FFF2-40B4-BE49-F238E27FC236}">
                <a16:creationId xmlns:a16="http://schemas.microsoft.com/office/drawing/2014/main" id="{26E388C9-53FC-5BDA-20D6-16C5DE48A4BB}"/>
              </a:ext>
            </a:extLst>
          </p:cNvPr>
          <p:cNvSpPr/>
          <p:nvPr/>
        </p:nvSpPr>
        <p:spPr>
          <a:xfrm>
            <a:off x="8025485" y="2395157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TC</a:t>
            </a:r>
            <a:endParaRPr sz="377"/>
          </a:p>
        </p:txBody>
      </p:sp>
      <p:sp>
        <p:nvSpPr>
          <p:cNvPr id="287" name="Google Shape;625;p17">
            <a:extLst>
              <a:ext uri="{FF2B5EF4-FFF2-40B4-BE49-F238E27FC236}">
                <a16:creationId xmlns:a16="http://schemas.microsoft.com/office/drawing/2014/main" id="{EA4A1AE6-5E79-D1D8-95E4-44AB8EC190BE}"/>
              </a:ext>
            </a:extLst>
          </p:cNvPr>
          <p:cNvSpPr/>
          <p:nvPr/>
        </p:nvSpPr>
        <p:spPr>
          <a:xfrm>
            <a:off x="8025485" y="2826257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TC</a:t>
            </a:r>
            <a:endParaRPr sz="377"/>
          </a:p>
        </p:txBody>
      </p:sp>
      <p:sp>
        <p:nvSpPr>
          <p:cNvPr id="288" name="Google Shape;626;p17">
            <a:extLst>
              <a:ext uri="{FF2B5EF4-FFF2-40B4-BE49-F238E27FC236}">
                <a16:creationId xmlns:a16="http://schemas.microsoft.com/office/drawing/2014/main" id="{AB574348-14C1-3098-2236-52DD39B7D07C}"/>
              </a:ext>
            </a:extLst>
          </p:cNvPr>
          <p:cNvSpPr/>
          <p:nvPr/>
        </p:nvSpPr>
        <p:spPr>
          <a:xfrm>
            <a:off x="8316835" y="2933706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TC</a:t>
            </a:r>
            <a:endParaRPr sz="377"/>
          </a:p>
        </p:txBody>
      </p:sp>
      <p:sp>
        <p:nvSpPr>
          <p:cNvPr id="289" name="Google Shape;627;p17">
            <a:extLst>
              <a:ext uri="{FF2B5EF4-FFF2-40B4-BE49-F238E27FC236}">
                <a16:creationId xmlns:a16="http://schemas.microsoft.com/office/drawing/2014/main" id="{4E66B960-F163-A8DF-6D1A-93F95E6B8AAE}"/>
              </a:ext>
            </a:extLst>
          </p:cNvPr>
          <p:cNvSpPr/>
          <p:nvPr/>
        </p:nvSpPr>
        <p:spPr>
          <a:xfrm>
            <a:off x="6050867" y="3687094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/>
              <a:t>TC</a:t>
            </a:r>
            <a:endParaRPr sz="377"/>
          </a:p>
        </p:txBody>
      </p:sp>
      <p:sp>
        <p:nvSpPr>
          <p:cNvPr id="290" name="Google Shape;628;p17">
            <a:extLst>
              <a:ext uri="{FF2B5EF4-FFF2-40B4-BE49-F238E27FC236}">
                <a16:creationId xmlns:a16="http://schemas.microsoft.com/office/drawing/2014/main" id="{5F6246CD-5A9D-319E-A118-D9ED69EEB86A}"/>
              </a:ext>
            </a:extLst>
          </p:cNvPr>
          <p:cNvSpPr/>
          <p:nvPr/>
        </p:nvSpPr>
        <p:spPr>
          <a:xfrm>
            <a:off x="5709917" y="3687094"/>
            <a:ext cx="144000" cy="144000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7" dirty="0"/>
              <a:t>TC</a:t>
            </a:r>
            <a:endParaRPr sz="377" dirty="0"/>
          </a:p>
        </p:txBody>
      </p:sp>
      <p:sp>
        <p:nvSpPr>
          <p:cNvPr id="291" name="Google Shape;629;p17">
            <a:extLst>
              <a:ext uri="{FF2B5EF4-FFF2-40B4-BE49-F238E27FC236}">
                <a16:creationId xmlns:a16="http://schemas.microsoft.com/office/drawing/2014/main" id="{284030ED-FF17-951E-8755-32F7983CF504}"/>
              </a:ext>
            </a:extLst>
          </p:cNvPr>
          <p:cNvSpPr/>
          <p:nvPr/>
        </p:nvSpPr>
        <p:spPr>
          <a:xfrm rot="10800000">
            <a:off x="3262324" y="3346970"/>
            <a:ext cx="144000" cy="124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12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600" tIns="57600" rIns="57600" bIns="5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1"/>
          </a:p>
        </p:txBody>
      </p:sp>
      <p:cxnSp>
        <p:nvCxnSpPr>
          <p:cNvPr id="292" name="Google Shape;630;p17">
            <a:extLst>
              <a:ext uri="{FF2B5EF4-FFF2-40B4-BE49-F238E27FC236}">
                <a16:creationId xmlns:a16="http://schemas.microsoft.com/office/drawing/2014/main" id="{2B6D8CCB-D290-C052-5D27-8FB173FDF377}"/>
              </a:ext>
            </a:extLst>
          </p:cNvPr>
          <p:cNvCxnSpPr/>
          <p:nvPr/>
        </p:nvCxnSpPr>
        <p:spPr>
          <a:xfrm rot="5400000">
            <a:off x="3230525" y="3243058"/>
            <a:ext cx="2076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474;p17">
            <a:extLst>
              <a:ext uri="{FF2B5EF4-FFF2-40B4-BE49-F238E27FC236}">
                <a16:creationId xmlns:a16="http://schemas.microsoft.com/office/drawing/2014/main" id="{5F8DB659-34C9-FA5D-A9CF-E220A0C45286}"/>
              </a:ext>
            </a:extLst>
          </p:cNvPr>
          <p:cNvSpPr/>
          <p:nvPr/>
        </p:nvSpPr>
        <p:spPr>
          <a:xfrm rot="10800000">
            <a:off x="6538205" y="4659222"/>
            <a:ext cx="144000" cy="124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600" tIns="57600" rIns="57600" bIns="5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1"/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03F6EF48-B4C7-D9E1-553E-89F8AF7D3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28" y="3104727"/>
            <a:ext cx="2685493" cy="1568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" sz="1600" dirty="0"/>
              <a:t>Piping &amp; Instrumentation Diagram </a:t>
            </a:r>
            <a:endParaRPr lang="en-US" sz="1500" dirty="0">
              <a:solidFill>
                <a:srgbClr val="FF0000"/>
              </a:solidFill>
            </a:endParaRPr>
          </a:p>
          <a:p>
            <a:pPr marL="285750" indent="-285750">
              <a:spcAft>
                <a:spcPts val="1200"/>
              </a:spcAft>
            </a:pPr>
            <a:r>
              <a:rPr lang="en-US" sz="1300" dirty="0">
                <a:solidFill>
                  <a:srgbClr val="FF0000"/>
                </a:solidFill>
              </a:rPr>
              <a:t>Nitrogen Pressuring System</a:t>
            </a:r>
          </a:p>
          <a:p>
            <a:pPr marL="285750" indent="-285750">
              <a:spcAft>
                <a:spcPts val="1200"/>
              </a:spcAft>
            </a:pPr>
            <a:r>
              <a:rPr lang="en-US" sz="1300" dirty="0">
                <a:solidFill>
                  <a:srgbClr val="CC00FF"/>
                </a:solidFill>
              </a:rPr>
              <a:t>Gas Distribution System</a:t>
            </a:r>
          </a:p>
          <a:p>
            <a:pPr marL="285750" indent="-285750">
              <a:spcAft>
                <a:spcPts val="1200"/>
              </a:spcAft>
            </a:pPr>
            <a:r>
              <a:rPr lang="en-US" sz="1300" dirty="0">
                <a:solidFill>
                  <a:schemeClr val="accent4"/>
                </a:solidFill>
              </a:rPr>
              <a:t>Fuel/Oxidizer Systems</a:t>
            </a:r>
          </a:p>
          <a:p>
            <a:pPr marL="0" indent="0">
              <a:spcAft>
                <a:spcPts val="1200"/>
              </a:spcAft>
              <a:buNone/>
            </a:pPr>
            <a:endParaRPr sz="1400" dirty="0"/>
          </a:p>
        </p:txBody>
      </p: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D7F1498D-0C39-856B-C44E-BBCB1C70F032}"/>
              </a:ext>
            </a:extLst>
          </p:cNvPr>
          <p:cNvCxnSpPr>
            <a:cxnSpLocks/>
            <a:stCxn id="89" idx="3"/>
          </p:cNvCxnSpPr>
          <p:nvPr/>
        </p:nvCxnSpPr>
        <p:spPr>
          <a:xfrm flipH="1">
            <a:off x="3541924" y="1377087"/>
            <a:ext cx="907518" cy="0"/>
          </a:xfrm>
          <a:prstGeom prst="line">
            <a:avLst/>
          </a:prstGeom>
          <a:ln w="12700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F745718F-ED97-1329-C35B-0709ADE2E6F6}"/>
              </a:ext>
            </a:extLst>
          </p:cNvPr>
          <p:cNvCxnSpPr>
            <a:cxnSpLocks/>
            <a:stCxn id="187" idx="3"/>
          </p:cNvCxnSpPr>
          <p:nvPr/>
        </p:nvCxnSpPr>
        <p:spPr>
          <a:xfrm flipH="1">
            <a:off x="3541924" y="3992939"/>
            <a:ext cx="907345" cy="0"/>
          </a:xfrm>
          <a:prstGeom prst="line">
            <a:avLst/>
          </a:prstGeom>
          <a:ln w="12700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2633E629-8552-9FFC-B7D7-A85547DB53BC}"/>
              </a:ext>
            </a:extLst>
          </p:cNvPr>
          <p:cNvCxnSpPr>
            <a:cxnSpLocks/>
          </p:cNvCxnSpPr>
          <p:nvPr/>
        </p:nvCxnSpPr>
        <p:spPr>
          <a:xfrm>
            <a:off x="3541924" y="1375154"/>
            <a:ext cx="0" cy="2617814"/>
          </a:xfrm>
          <a:prstGeom prst="line">
            <a:avLst/>
          </a:prstGeom>
          <a:ln w="12700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Google Shape;460;p17">
            <a:extLst>
              <a:ext uri="{FF2B5EF4-FFF2-40B4-BE49-F238E27FC236}">
                <a16:creationId xmlns:a16="http://schemas.microsoft.com/office/drawing/2014/main" id="{FFB2E0B9-C357-9BE2-BCF8-818D380E26AD}"/>
              </a:ext>
            </a:extLst>
          </p:cNvPr>
          <p:cNvSpPr/>
          <p:nvPr/>
        </p:nvSpPr>
        <p:spPr>
          <a:xfrm>
            <a:off x="5738813" y="3852863"/>
            <a:ext cx="454448" cy="278606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600" tIns="57600" rIns="57600" bIns="5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/>
              <a:t>Oxidizer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dirty="0"/>
              <a:t>550 PSI</a:t>
            </a:r>
            <a:endParaRPr sz="600" b="1" dirty="0"/>
          </a:p>
        </p:txBody>
      </p:sp>
    </p:spTree>
    <p:extLst>
      <p:ext uri="{BB962C8B-B14F-4D97-AF65-F5344CB8AC3E}">
        <p14:creationId xmlns:p14="http://schemas.microsoft.com/office/powerpoint/2010/main" val="2397092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FE7E140B-9F6D-2D18-C325-96EA487B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EA17E926-AF26-C027-4A9E-9B522DF57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Propellant Tanks - Design Requirements</a:t>
            </a:r>
            <a:endParaRPr dirty="0"/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57BC5A54-1097-0303-E3E9-AAAE837BE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DFAEED-FB1C-9D57-02DB-99B9D2EAB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045889"/>
              </p:ext>
            </p:extLst>
          </p:nvPr>
        </p:nvGraphicFramePr>
        <p:xfrm>
          <a:off x="1841355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Propellant Tanks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710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6F2644E-8AF6-AF9C-D1FA-D7D9CC4E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C48925A8-CEBC-08EB-95E6-7DDFD55160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Propellant Tanks – Final Design Choices</a:t>
            </a:r>
            <a:endParaRPr dirty="0"/>
          </a:p>
        </p:txBody>
      </p:sp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C62565F1-54B1-FAE2-22E8-73FEC1F85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FD3A9C-5E88-3E3A-C279-736DD0C1D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682261"/>
              </p:ext>
            </p:extLst>
          </p:nvPr>
        </p:nvGraphicFramePr>
        <p:xfrm>
          <a:off x="943701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Propellant Tanks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  <p:pic>
        <p:nvPicPr>
          <p:cNvPr id="3" name="Google Shape;1114;p23">
            <a:extLst>
              <a:ext uri="{FF2B5EF4-FFF2-40B4-BE49-F238E27FC236}">
                <a16:creationId xmlns:a16="http://schemas.microsoft.com/office/drawing/2014/main" id="{6C2E9B60-7C9F-239D-6014-04526D142C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8677" y="1654719"/>
            <a:ext cx="1019937" cy="24119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944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4402AE3-13D9-98DA-B322-647AD3A9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69F78F35-4C22-AA03-2495-EBF59F3930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Manual Ball Valves - Design Requirements</a:t>
            </a:r>
            <a:endParaRPr dirty="0"/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9BBFE8A5-6390-1B34-F909-D095E1FD6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0C3DBC-AE8B-2545-FA23-07DDF66D4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973331"/>
              </p:ext>
            </p:extLst>
          </p:nvPr>
        </p:nvGraphicFramePr>
        <p:xfrm>
          <a:off x="1841355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Manual Ball Valves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966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2884DFEC-4B09-F1E2-DE76-80255C8F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713C9ED4-3E3F-12F5-1092-452EE45796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Manual Ball Valves – Final Design Choices</a:t>
            </a:r>
            <a:endParaRPr dirty="0"/>
          </a:p>
        </p:txBody>
      </p:sp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E65B6F2D-BBDB-2951-7246-559299357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576D07-0172-BED6-91A6-80BA82D5B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036044"/>
              </p:ext>
            </p:extLst>
          </p:nvPr>
        </p:nvGraphicFramePr>
        <p:xfrm>
          <a:off x="911236" y="1865886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Manual Ball Valves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  <p:pic>
        <p:nvPicPr>
          <p:cNvPr id="4" name="Google Shape;1100;p21">
            <a:extLst>
              <a:ext uri="{FF2B5EF4-FFF2-40B4-BE49-F238E27FC236}">
                <a16:creationId xmlns:a16="http://schemas.microsoft.com/office/drawing/2014/main" id="{6B4AE52A-2CC4-3ABA-F3A8-26DE3D560A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4497" b="15263"/>
          <a:stretch/>
        </p:blipFill>
        <p:spPr>
          <a:xfrm>
            <a:off x="6543675" y="2138458"/>
            <a:ext cx="1981200" cy="14524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1755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564B4A3-0D52-9EDA-A842-70D8C139A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3D3CC7F4-BBFD-09B1-60ED-C64229C9F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Relief Valves - Design Requirements</a:t>
            </a:r>
            <a:endParaRPr dirty="0"/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AACB2284-84C3-86CB-4C8B-5DB2E827D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906588-F730-A9AC-0F63-1CD850B3F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977301"/>
              </p:ext>
            </p:extLst>
          </p:nvPr>
        </p:nvGraphicFramePr>
        <p:xfrm>
          <a:off x="1841355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Relief Valves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431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623D7BA1-C0DE-5D27-3372-9FAE5C8F8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0D5B437F-9142-B465-8655-9E8A32D936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Relief Valves – Final Design Choices</a:t>
            </a:r>
            <a:endParaRPr dirty="0"/>
          </a:p>
        </p:txBody>
      </p:sp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5288BDFD-C152-B4C5-4AF3-385F35433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75AA9D-98E5-A352-BE0C-CB33D8E0F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819697"/>
              </p:ext>
            </p:extLst>
          </p:nvPr>
        </p:nvGraphicFramePr>
        <p:xfrm>
          <a:off x="1119443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Relief Valves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  <p:pic>
        <p:nvPicPr>
          <p:cNvPr id="3" name="Google Shape;1122;p24">
            <a:extLst>
              <a:ext uri="{FF2B5EF4-FFF2-40B4-BE49-F238E27FC236}">
                <a16:creationId xmlns:a16="http://schemas.microsoft.com/office/drawing/2014/main" id="{29C28D94-E9D3-0284-C65D-F18A340CDD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0392" t="8477" r="26471" b="9780"/>
          <a:stretch>
            <a:fillRect/>
          </a:stretch>
        </p:blipFill>
        <p:spPr>
          <a:xfrm>
            <a:off x="7102156" y="1943695"/>
            <a:ext cx="922401" cy="18339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628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2260C7A-BF12-9B26-28FD-714A64681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129F78BB-C14F-F1B8-53B1-C9674F374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Check Valves - Design Requirements</a:t>
            </a:r>
            <a:endParaRPr dirty="0"/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BCC05AA5-7876-ECE5-E7CA-5A64BBB63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78DF23-48AB-153A-EBB5-5FD640D69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770402"/>
              </p:ext>
            </p:extLst>
          </p:nvPr>
        </p:nvGraphicFramePr>
        <p:xfrm>
          <a:off x="1841355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Check Valves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181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780DBAC-AE84-A1F2-2A03-D6E55312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A2A907FA-0F87-8041-19FC-BD6F68DA2E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Check Valves - Design Choices</a:t>
            </a:r>
            <a:endParaRPr dirty="0"/>
          </a:p>
        </p:txBody>
      </p:sp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3AA9316F-D795-087D-CFFA-7CED060AF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DD6BBE-31C4-30FB-C7F8-6D8B53FED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522574"/>
              </p:ext>
            </p:extLst>
          </p:nvPr>
        </p:nvGraphicFramePr>
        <p:xfrm>
          <a:off x="1212705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Check Valves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  <p:pic>
        <p:nvPicPr>
          <p:cNvPr id="3" name="Google Shape;1107;p22">
            <a:extLst>
              <a:ext uri="{FF2B5EF4-FFF2-40B4-BE49-F238E27FC236}">
                <a16:creationId xmlns:a16="http://schemas.microsoft.com/office/drawing/2014/main" id="{2AF767C1-ABF4-ECE4-6367-7844723E27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4709" b="23410"/>
          <a:stretch>
            <a:fillRect/>
          </a:stretch>
        </p:blipFill>
        <p:spPr>
          <a:xfrm>
            <a:off x="7050610" y="2300385"/>
            <a:ext cx="1405074" cy="13953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6363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03831882-E191-3D77-633B-83A7DCE2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3361E272-C87F-DF35-582B-F6AFF5B74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Pressure Gages - Design Requirements</a:t>
            </a:r>
            <a:endParaRPr dirty="0"/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9FBB0177-CF06-93B4-986E-2EA3AF0BA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165F00-41C4-67A1-5F1B-E9506BC06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09156"/>
              </p:ext>
            </p:extLst>
          </p:nvPr>
        </p:nvGraphicFramePr>
        <p:xfrm>
          <a:off x="1841355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Pressure Gauges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730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2B481B1A-1822-8539-ADBB-A02B28A9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EBFB9AC2-D4D2-A8AB-545D-D0F943B71C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Pressure Gages - Design Choices</a:t>
            </a:r>
            <a:endParaRPr dirty="0"/>
          </a:p>
        </p:txBody>
      </p:sp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465478CD-06AA-6D6F-51D4-56354783AB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77ECE2-93AE-6CF2-4F76-EF9061E5B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09626"/>
              </p:ext>
            </p:extLst>
          </p:nvPr>
        </p:nvGraphicFramePr>
        <p:xfrm>
          <a:off x="1161209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Pressure Gauges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  <p:pic>
        <p:nvPicPr>
          <p:cNvPr id="3" name="Google Shape;1136;p26">
            <a:extLst>
              <a:ext uri="{FF2B5EF4-FFF2-40B4-BE49-F238E27FC236}">
                <a16:creationId xmlns:a16="http://schemas.microsoft.com/office/drawing/2014/main" id="{3250D2E3-396B-CC0F-5429-FF1D38AD39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043" t="9307" r="10145" b="11946"/>
          <a:stretch>
            <a:fillRect/>
          </a:stretch>
        </p:blipFill>
        <p:spPr>
          <a:xfrm>
            <a:off x="6880921" y="2204047"/>
            <a:ext cx="1521507" cy="13132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8543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34CCC403-F72D-2E0A-8D91-BD7947FAD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>
            <a:extLst>
              <a:ext uri="{FF2B5EF4-FFF2-40B4-BE49-F238E27FC236}">
                <a16:creationId xmlns:a16="http://schemas.microsoft.com/office/drawing/2014/main" id="{6F12DF12-3525-4622-0B0C-F9590D943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Pressure Transducers - Design Requirements</a:t>
            </a:r>
            <a:endParaRPr dirty="0"/>
          </a:p>
        </p:txBody>
      </p:sp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80FF5B69-8313-5972-D582-A9ECC3222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397972-5901-0190-C159-AA13D237C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082661"/>
              </p:ext>
            </p:extLst>
          </p:nvPr>
        </p:nvGraphicFramePr>
        <p:xfrm>
          <a:off x="1841355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Pressure Transducers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828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3107035F-7B5E-26AE-1E2C-CD01C965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1E583BB0-0734-536A-F3E5-E18E7910C3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Pressure Transducers - Design Choices</a:t>
            </a:r>
            <a:endParaRPr dirty="0"/>
          </a:p>
        </p:txBody>
      </p:sp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74621AF4-0617-9AEE-AFE9-AC8072A56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77A9DD-5F37-F27A-296A-BA8AA87E3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238220"/>
              </p:ext>
            </p:extLst>
          </p:nvPr>
        </p:nvGraphicFramePr>
        <p:xfrm>
          <a:off x="1203180" y="1865887"/>
          <a:ext cx="5461290" cy="19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772">
                  <a:extLst>
                    <a:ext uri="{9D8B030D-6E8A-4147-A177-3AD203B41FA5}">
                      <a16:colId xmlns:a16="http://schemas.microsoft.com/office/drawing/2014/main" val="3192735579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056591268"/>
                    </a:ext>
                  </a:extLst>
                </a:gridCol>
                <a:gridCol w="1310554">
                  <a:extLst>
                    <a:ext uri="{9D8B030D-6E8A-4147-A177-3AD203B41FA5}">
                      <a16:colId xmlns:a16="http://schemas.microsoft.com/office/drawing/2014/main" val="3395575577"/>
                    </a:ext>
                  </a:extLst>
                </a:gridCol>
              </a:tblGrid>
              <a:tr h="39791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Pressure Transducers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44962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Design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u="sng" dirty="0"/>
                        <a:t>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744539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Diameter NPT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¼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7617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Pressure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2000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30664"/>
                  </a:ext>
                </a:extLst>
              </a:tr>
              <a:tr h="397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</a:rPr>
                        <a:t>Temperature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-4 to 302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670702"/>
                  </a:ext>
                </a:extLst>
              </a:tr>
            </a:tbl>
          </a:graphicData>
        </a:graphic>
      </p:graphicFrame>
      <p:pic>
        <p:nvPicPr>
          <p:cNvPr id="3" name="Google Shape;1143;p27">
            <a:extLst>
              <a:ext uri="{FF2B5EF4-FFF2-40B4-BE49-F238E27FC236}">
                <a16:creationId xmlns:a16="http://schemas.microsoft.com/office/drawing/2014/main" id="{649A6FE2-DB96-C1CF-15AD-6198B638F7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988" r="4276"/>
          <a:stretch>
            <a:fillRect/>
          </a:stretch>
        </p:blipFill>
        <p:spPr>
          <a:xfrm>
            <a:off x="6955913" y="2145441"/>
            <a:ext cx="1584943" cy="14304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8076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R Instrumentati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2baaf18-42b3-4819-bd1a-a1f45dca5f74">
      <Terms xmlns="http://schemas.microsoft.com/office/infopath/2007/PartnerControls"/>
    </lcf76f155ced4ddcb4097134ff3c332f>
    <TaxCatchAll xmlns="3559fb2e-84c8-4082-92fe-50156dc7c1e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832DCD2D26144891CA10BE8288DB4A" ma:contentTypeVersion="10" ma:contentTypeDescription="Create a new document." ma:contentTypeScope="" ma:versionID="233be393e17e94b9462be9987f85fa1c">
  <xsd:schema xmlns:xsd="http://www.w3.org/2001/XMLSchema" xmlns:xs="http://www.w3.org/2001/XMLSchema" xmlns:p="http://schemas.microsoft.com/office/2006/metadata/properties" xmlns:ns2="62baaf18-42b3-4819-bd1a-a1f45dca5f74" xmlns:ns3="3559fb2e-84c8-4082-92fe-50156dc7c1ef" targetNamespace="http://schemas.microsoft.com/office/2006/metadata/properties" ma:root="true" ma:fieldsID="ec519a120ca8c1d3bd5efd4df9797e96" ns2:_="" ns3:_="">
    <xsd:import namespace="62baaf18-42b3-4819-bd1a-a1f45dca5f74"/>
    <xsd:import namespace="3559fb2e-84c8-4082-92fe-50156dc7c1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aaf18-42b3-4819-bd1a-a1f45dca5f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b7d43be-65ba-49b0-9acd-5bf03a2ce9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59fb2e-84c8-4082-92fe-50156dc7c1e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83c645-286a-43e3-b108-b15657f6e574}" ma:internalName="TaxCatchAll" ma:showField="CatchAllData" ma:web="3559fb2e-84c8-4082-92fe-50156dc7c1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C2AEE1-2065-42D9-BDE8-CCCADFA92C9F}">
  <ds:schemaRefs>
    <ds:schemaRef ds:uri="http://schemas.microsoft.com/office/infopath/2007/PartnerControls"/>
    <ds:schemaRef ds:uri="http://www.w3.org/XML/1998/namespace"/>
    <ds:schemaRef ds:uri="62baaf18-42b3-4819-bd1a-a1f45dca5f74"/>
    <ds:schemaRef ds:uri="http://purl.org/dc/elements/1.1/"/>
    <ds:schemaRef ds:uri="http://schemas.microsoft.com/office/2006/documentManagement/types"/>
    <ds:schemaRef ds:uri="http://purl.org/dc/terms/"/>
    <ds:schemaRef ds:uri="3559fb2e-84c8-4082-92fe-50156dc7c1ef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18620AF-B714-4D90-A9C8-2DE1E11D48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baaf18-42b3-4819-bd1a-a1f45dca5f74"/>
    <ds:schemaRef ds:uri="3559fb2e-84c8-4082-92fe-50156dc7c1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515A23-C3A1-4D5F-A90D-3DFB831E9A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1145</Words>
  <Application>Microsoft Office PowerPoint</Application>
  <PresentationFormat>On-screen Show (16:9)</PresentationFormat>
  <Paragraphs>486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Ubuntu Light</vt:lpstr>
      <vt:lpstr>Aptos Narrow</vt:lpstr>
      <vt:lpstr>Ubuntu</vt:lpstr>
      <vt:lpstr>Open Sans Medium</vt:lpstr>
      <vt:lpstr>ER Instrumentation</vt:lpstr>
      <vt:lpstr>Eagle Rocketry Feed System Design Review</vt:lpstr>
      <vt:lpstr>Introduction</vt:lpstr>
      <vt:lpstr>Feed System Role</vt:lpstr>
      <vt:lpstr>P&amp;IDs – Rocket Feed Systems</vt:lpstr>
      <vt:lpstr>Eagle Rocketry Design Parameters</vt:lpstr>
      <vt:lpstr>RPA – Rocket Propulsion Analysis</vt:lpstr>
      <vt:lpstr>Propellant Fluid Properties</vt:lpstr>
      <vt:lpstr>Friction Major Pressure Loss Variables</vt:lpstr>
      <vt:lpstr>Friction Minor Pressure Loss Variables</vt:lpstr>
      <vt:lpstr>Orifice Restriction &amp; Pressure Head Loss</vt:lpstr>
      <vt:lpstr>Overview</vt:lpstr>
      <vt:lpstr>High-Level Overview</vt:lpstr>
      <vt:lpstr>High-Level Overview</vt:lpstr>
      <vt:lpstr>High-Level Overview</vt:lpstr>
      <vt:lpstr>Full Propellant Feed System</vt:lpstr>
      <vt:lpstr>Components</vt:lpstr>
      <vt:lpstr>Propellant Tanks - Design Requirements</vt:lpstr>
      <vt:lpstr>Propellant Tanks – Final Design Choices</vt:lpstr>
      <vt:lpstr>Manual Ball Valves - Design Requirements</vt:lpstr>
      <vt:lpstr>Manual Ball Valves – Final Design Choices</vt:lpstr>
      <vt:lpstr>Relief Valves - Design Requirements</vt:lpstr>
      <vt:lpstr>Relief Valves – Final Design Choices</vt:lpstr>
      <vt:lpstr>Check Valves - Design Requirements</vt:lpstr>
      <vt:lpstr>Check Valves - Design Choices</vt:lpstr>
      <vt:lpstr>Pressure Gages - Design Requirements</vt:lpstr>
      <vt:lpstr>Pressure Gages - Design Choices</vt:lpstr>
      <vt:lpstr>Pressure Transducers - Design Requirements</vt:lpstr>
      <vt:lpstr>Pressure Transducers - Design Choices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Fernando Velez</dc:creator>
  <cp:lastModifiedBy>Velez, Fernando</cp:lastModifiedBy>
  <cp:revision>40</cp:revision>
  <dcterms:modified xsi:type="dcterms:W3CDTF">2025-11-13T19:47:08Z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0x0101003A832DCD2D26144891CA10BE8288DB4A</vt:lpwstr>
  </property>
  <property fmtid="{D5CDD505-2E9C-101B-9397-08002B2CF9AE}" pid="3" name="MediaServiceImageTags">
    <vt:lpwstr/>
  </property>
</Properties>
</file>